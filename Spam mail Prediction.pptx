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3" r:id="rId6"/>
    <p:sldId id="268" r:id="rId7"/>
    <p:sldId id="288" r:id="rId8"/>
    <p:sldId id="287" r:id="rId9"/>
    <p:sldId id="286" r:id="rId10"/>
    <p:sldId id="284" r:id="rId11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Roboto Condensed Light" panose="02000000000000000000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8225B9-81C5-43EE-A78D-8ABA0B49A01F}">
  <a:tblStyle styleId="{6D8225B9-81C5-43EE-A78D-8ABA0B49A0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0947" autoAdjust="0"/>
  </p:normalViewPr>
  <p:slideViewPr>
    <p:cSldViewPr snapToGrid="0">
      <p:cViewPr varScale="1">
        <p:scale>
          <a:sx n="99" d="100"/>
          <a:sy n="99" d="100"/>
        </p:scale>
        <p:origin x="1022" y="-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24ed99bf1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24ed99bf1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24e6b4d5c3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1" name="Google Shape;1481;g24e6b4d5c3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" name="Google Shape;1853;g24ed99bf1a4_0_1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4" name="Google Shape;1854;g24ed99bf1a4_0_1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6" name="Google Shape;3156;g20a542a8cd5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7" name="Google Shape;3157;g20a542a8cd5_0_4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g20a542a8cd5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6" name="Google Shape;3086;g20a542a8cd5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g24e404678fd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9" name="Google Shape;2469;g24e404678fd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24ef22aa1ac_0_1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0" name="Google Shape;2390;g24ef22aa1ac_0_1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720000" y="2079325"/>
            <a:ext cx="5598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25725"/>
            <a:ext cx="1702500" cy="9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200"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720000" y="3252375"/>
            <a:ext cx="5598000" cy="4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"/>
          <p:cNvGrpSpPr/>
          <p:nvPr/>
        </p:nvGrpSpPr>
        <p:grpSpPr>
          <a:xfrm>
            <a:off x="-539206" y="-1717975"/>
            <a:ext cx="4397193" cy="4171657"/>
            <a:chOff x="-494406" y="-1584825"/>
            <a:chExt cx="4397193" cy="4171657"/>
          </a:xfrm>
        </p:grpSpPr>
        <p:grpSp>
          <p:nvGrpSpPr>
            <p:cNvPr id="100" name="Google Shape;100;p3"/>
            <p:cNvGrpSpPr/>
            <p:nvPr/>
          </p:nvGrpSpPr>
          <p:grpSpPr>
            <a:xfrm>
              <a:off x="-494406" y="-252396"/>
              <a:ext cx="1741563" cy="1288563"/>
              <a:chOff x="-494406" y="-252396"/>
              <a:chExt cx="1741563" cy="1288563"/>
            </a:xfrm>
          </p:grpSpPr>
          <p:sp>
            <p:nvSpPr>
              <p:cNvPr id="101" name="Google Shape;101;p3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03;p3"/>
            <p:cNvGrpSpPr/>
            <p:nvPr/>
          </p:nvGrpSpPr>
          <p:grpSpPr>
            <a:xfrm>
              <a:off x="245875" y="-51824"/>
              <a:ext cx="208200" cy="1824700"/>
              <a:chOff x="1040050" y="3812126"/>
              <a:chExt cx="208200" cy="1824700"/>
            </a:xfrm>
          </p:grpSpPr>
          <p:sp>
            <p:nvSpPr>
              <p:cNvPr id="104" name="Google Shape;104;p3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" name="Google Shape;106;p3"/>
            <p:cNvGrpSpPr/>
            <p:nvPr/>
          </p:nvGrpSpPr>
          <p:grpSpPr>
            <a:xfrm>
              <a:off x="441574" y="-36652"/>
              <a:ext cx="699940" cy="478601"/>
              <a:chOff x="39722" y="4349021"/>
              <a:chExt cx="1061964" cy="726143"/>
            </a:xfrm>
          </p:grpSpPr>
          <p:grpSp>
            <p:nvGrpSpPr>
              <p:cNvPr id="107" name="Google Shape;10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08" name="Google Shape;10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9" name="Google Shape;10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10" name="Google Shape;11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" name="Google Shape;11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2" name="Google Shape;11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" name="Google Shape;11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4" name="Google Shape;11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15" name="Google Shape;11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3"/>
            <p:cNvGrpSpPr/>
            <p:nvPr/>
          </p:nvGrpSpPr>
          <p:grpSpPr>
            <a:xfrm>
              <a:off x="955673" y="11"/>
              <a:ext cx="592576" cy="405260"/>
              <a:chOff x="39722" y="4349021"/>
              <a:chExt cx="1061964" cy="726143"/>
            </a:xfrm>
          </p:grpSpPr>
          <p:grpSp>
            <p:nvGrpSpPr>
              <p:cNvPr id="117" name="Google Shape;11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18" name="Google Shape;11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3" name="Google Shape;12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" name="Google Shape;12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5" name="Google Shape;12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6" name="Google Shape;126;p3"/>
            <p:cNvGrpSpPr/>
            <p:nvPr/>
          </p:nvGrpSpPr>
          <p:grpSpPr>
            <a:xfrm>
              <a:off x="-1" y="621223"/>
              <a:ext cx="699940" cy="478601"/>
              <a:chOff x="39722" y="4349021"/>
              <a:chExt cx="1061964" cy="726143"/>
            </a:xfrm>
          </p:grpSpPr>
          <p:grpSp>
            <p:nvGrpSpPr>
              <p:cNvPr id="127" name="Google Shape;127;p3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128" name="Google Shape;128;p3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9" name="Google Shape;129;p3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130" name="Google Shape;130;p3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" name="Google Shape;131;p3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2" name="Google Shape;132;p3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3" name="Google Shape;133;p3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4" name="Google Shape;134;p3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35" name="Google Shape;135;p3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" name="Google Shape;136;p3"/>
            <p:cNvGrpSpPr/>
            <p:nvPr/>
          </p:nvGrpSpPr>
          <p:grpSpPr>
            <a:xfrm rot="-8100000">
              <a:off x="540898" y="-1172741"/>
              <a:ext cx="2552124" cy="3347490"/>
              <a:chOff x="2976325" y="908175"/>
              <a:chExt cx="4028179" cy="5283555"/>
            </a:xfrm>
          </p:grpSpPr>
          <p:sp>
            <p:nvSpPr>
              <p:cNvPr id="137" name="Google Shape;137;p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7704000" cy="4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AutoNum type="arabicPeriod"/>
              <a:defRPr>
                <a:solidFill>
                  <a:srgbClr val="191919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143" name="Google Shape;143;p4"/>
          <p:cNvGrpSpPr/>
          <p:nvPr/>
        </p:nvGrpSpPr>
        <p:grpSpPr>
          <a:xfrm>
            <a:off x="7365150" y="-1147799"/>
            <a:ext cx="3733124" cy="6537004"/>
            <a:chOff x="7212750" y="-1147799"/>
            <a:chExt cx="3733124" cy="6537004"/>
          </a:xfrm>
        </p:grpSpPr>
        <p:pic>
          <p:nvPicPr>
            <p:cNvPr id="144" name="Google Shape;144;p4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7212750" y="-1147799"/>
              <a:ext cx="3733124" cy="28492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5" name="Google Shape;145;p4"/>
            <p:cNvGrpSpPr/>
            <p:nvPr/>
          </p:nvGrpSpPr>
          <p:grpSpPr>
            <a:xfrm>
              <a:off x="7392021" y="539499"/>
              <a:ext cx="1518472" cy="3030657"/>
              <a:chOff x="7785196" y="342199"/>
              <a:chExt cx="1518472" cy="3030657"/>
            </a:xfrm>
          </p:grpSpPr>
          <p:sp>
            <p:nvSpPr>
              <p:cNvPr id="146" name="Google Shape;146;p4"/>
              <p:cNvSpPr/>
              <p:nvPr/>
            </p:nvSpPr>
            <p:spPr>
              <a:xfrm rot="10800000">
                <a:off x="7882621" y="5394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 rot="10800000">
                <a:off x="7785196" y="3421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8" name="Google Shape;148;p4"/>
            <p:cNvSpPr/>
            <p:nvPr/>
          </p:nvSpPr>
          <p:spPr>
            <a:xfrm rot="5400000">
              <a:off x="8098189" y="-87718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9" name="Google Shape;149;p4"/>
            <p:cNvGrpSpPr/>
            <p:nvPr/>
          </p:nvGrpSpPr>
          <p:grpSpPr>
            <a:xfrm>
              <a:off x="7740801" y="270000"/>
              <a:ext cx="3153315" cy="5119205"/>
              <a:chOff x="7740801" y="270000"/>
              <a:chExt cx="3153315" cy="5119205"/>
            </a:xfrm>
          </p:grpSpPr>
          <p:sp>
            <p:nvSpPr>
              <p:cNvPr id="150" name="Google Shape;150;p4"/>
              <p:cNvSpPr/>
              <p:nvPr/>
            </p:nvSpPr>
            <p:spPr>
              <a:xfrm>
                <a:off x="7740801" y="270000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1" name="Google Shape;151;p4"/>
              <p:cNvGrpSpPr/>
              <p:nvPr/>
            </p:nvGrpSpPr>
            <p:grpSpPr>
              <a:xfrm>
                <a:off x="8192886" y="4736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152" name="Google Shape;152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3" name="Google Shape;153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4" name="Google Shape;154;p4"/>
              <p:cNvGrpSpPr/>
              <p:nvPr/>
            </p:nvGrpSpPr>
            <p:grpSpPr>
              <a:xfrm>
                <a:off x="8788211" y="37947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5" name="Google Shape;155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6" name="Google Shape;156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57" name="Google Shape;157;p4"/>
              <p:cNvGrpSpPr/>
              <p:nvPr/>
            </p:nvGrpSpPr>
            <p:grpSpPr>
              <a:xfrm>
                <a:off x="8654186" y="2424672"/>
                <a:ext cx="134004" cy="134004"/>
                <a:chOff x="8356813" y="1074288"/>
                <a:chExt cx="351900" cy="351900"/>
              </a:xfrm>
            </p:grpSpPr>
            <p:sp>
              <p:nvSpPr>
                <p:cNvPr id="158" name="Google Shape;158;p4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9" name="Google Shape;159;p4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0" name="Google Shape;160;p4"/>
          <p:cNvGrpSpPr/>
          <p:nvPr/>
        </p:nvGrpSpPr>
        <p:grpSpPr>
          <a:xfrm rot="-2529045">
            <a:off x="105741" y="3680210"/>
            <a:ext cx="591691" cy="2260270"/>
            <a:chOff x="-132364" y="1829399"/>
            <a:chExt cx="591677" cy="2260214"/>
          </a:xfrm>
        </p:grpSpPr>
        <p:sp>
          <p:nvSpPr>
            <p:cNvPr id="161" name="Google Shape;161;p4"/>
            <p:cNvSpPr/>
            <p:nvPr/>
          </p:nvSpPr>
          <p:spPr>
            <a:xfrm rot="10800000">
              <a:off x="62461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 rot="10800000">
              <a:off x="-132364" y="1829399"/>
              <a:ext cx="396852" cy="2260214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" name="Google Shape;163;p4"/>
          <p:cNvGrpSpPr/>
          <p:nvPr/>
        </p:nvGrpSpPr>
        <p:grpSpPr>
          <a:xfrm>
            <a:off x="-520148" y="-573164"/>
            <a:ext cx="1502291" cy="2806842"/>
            <a:chOff x="-367748" y="-573164"/>
            <a:chExt cx="1502291" cy="2806842"/>
          </a:xfrm>
        </p:grpSpPr>
        <p:grpSp>
          <p:nvGrpSpPr>
            <p:cNvPr id="164" name="Google Shape;164;p4"/>
            <p:cNvGrpSpPr/>
            <p:nvPr/>
          </p:nvGrpSpPr>
          <p:grpSpPr>
            <a:xfrm rot="10800000">
              <a:off x="-191449" y="1507557"/>
              <a:ext cx="904666" cy="726121"/>
              <a:chOff x="7945225" y="4302000"/>
              <a:chExt cx="904666" cy="726121"/>
            </a:xfrm>
          </p:grpSpPr>
          <p:sp>
            <p:nvSpPr>
              <p:cNvPr id="165" name="Google Shape;165;p4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4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" name="Google Shape;168;p4"/>
            <p:cNvSpPr/>
            <p:nvPr/>
          </p:nvSpPr>
          <p:spPr>
            <a:xfrm>
              <a:off x="152767" y="-5725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4"/>
            <p:cNvSpPr/>
            <p:nvPr/>
          </p:nvSpPr>
          <p:spPr>
            <a:xfrm>
              <a:off x="-6579" y="-57316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4"/>
            <p:cNvGrpSpPr/>
            <p:nvPr/>
          </p:nvGrpSpPr>
          <p:grpSpPr>
            <a:xfrm rot="10800000">
              <a:off x="-367748" y="-467133"/>
              <a:ext cx="699928" cy="1651024"/>
              <a:chOff x="8337812" y="3492483"/>
              <a:chExt cx="699928" cy="1651024"/>
            </a:xfrm>
          </p:grpSpPr>
          <p:sp>
            <p:nvSpPr>
              <p:cNvPr id="171" name="Google Shape;171;p4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4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4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766475"/>
            <a:ext cx="6576000" cy="103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6000"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Poppins"/>
              <a:buNone/>
              <a:defRPr sz="96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t>xx%</a:t>
            </a:r>
          </a:p>
        </p:txBody>
      </p:sp>
      <p:sp>
        <p:nvSpPr>
          <p:cNvPr id="429" name="Google Shape;429;p11"/>
          <p:cNvSpPr txBox="1">
            <a:spLocks noGrp="1"/>
          </p:cNvSpPr>
          <p:nvPr>
            <p:ph type="subTitle" idx="1"/>
          </p:nvPr>
        </p:nvSpPr>
        <p:spPr>
          <a:xfrm>
            <a:off x="713225" y="311837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430" name="Google Shape;430;p11"/>
          <p:cNvGrpSpPr/>
          <p:nvPr/>
        </p:nvGrpSpPr>
        <p:grpSpPr>
          <a:xfrm>
            <a:off x="-889904" y="4083136"/>
            <a:ext cx="4477057" cy="2336436"/>
            <a:chOff x="-889904" y="4006936"/>
            <a:chExt cx="4477057" cy="2336436"/>
          </a:xfrm>
        </p:grpSpPr>
        <p:grpSp>
          <p:nvGrpSpPr>
            <p:cNvPr id="431" name="Google Shape;431;p11"/>
            <p:cNvGrpSpPr/>
            <p:nvPr/>
          </p:nvGrpSpPr>
          <p:grpSpPr>
            <a:xfrm>
              <a:off x="-889904" y="4006936"/>
              <a:ext cx="4477057" cy="2336436"/>
              <a:chOff x="-900729" y="3974486"/>
              <a:chExt cx="4477057" cy="2336436"/>
            </a:xfrm>
          </p:grpSpPr>
          <p:sp>
            <p:nvSpPr>
              <p:cNvPr id="432" name="Google Shape;432;p11"/>
              <p:cNvSpPr/>
              <p:nvPr/>
            </p:nvSpPr>
            <p:spPr>
              <a:xfrm rot="-3600048">
                <a:off x="-675925" y="4363903"/>
                <a:ext cx="1798609" cy="1557602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 rot="-5400000">
                <a:off x="891329" y="3148090"/>
                <a:ext cx="1793675" cy="3576323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4" name="Google Shape;434;p11"/>
              <p:cNvGrpSpPr/>
              <p:nvPr/>
            </p:nvGrpSpPr>
            <p:grpSpPr>
              <a:xfrm>
                <a:off x="63440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35" name="Google Shape;435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6" name="Google Shape;436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8" name="Google Shape;438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9" name="Google Shape;439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0" name="Google Shape;440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1" name="Google Shape;441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42" name="Google Shape;442;p11"/>
              <p:cNvGrpSpPr/>
              <p:nvPr/>
            </p:nvGrpSpPr>
            <p:grpSpPr>
              <a:xfrm>
                <a:off x="464815" y="4608566"/>
                <a:ext cx="496803" cy="497084"/>
                <a:chOff x="3678700" y="407275"/>
                <a:chExt cx="708100" cy="708500"/>
              </a:xfrm>
            </p:grpSpPr>
            <p:sp>
              <p:nvSpPr>
                <p:cNvPr id="443" name="Google Shape;443;p1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4" name="Google Shape;444;p1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5" name="Google Shape;445;p1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6" name="Google Shape;446;p1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7" name="Google Shape;447;p1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50" name="Google Shape;450;p11"/>
            <p:cNvGrpSpPr/>
            <p:nvPr/>
          </p:nvGrpSpPr>
          <p:grpSpPr>
            <a:xfrm rot="5400000">
              <a:off x="1017275" y="4934200"/>
              <a:ext cx="439200" cy="439100"/>
              <a:chOff x="1101075" y="2142375"/>
              <a:chExt cx="439200" cy="439100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3" name="Google Shape;453;p11"/>
          <p:cNvGrpSpPr/>
          <p:nvPr/>
        </p:nvGrpSpPr>
        <p:grpSpPr>
          <a:xfrm>
            <a:off x="-2613417" y="-2882410"/>
            <a:ext cx="8164418" cy="6343459"/>
            <a:chOff x="-2613417" y="-2806210"/>
            <a:chExt cx="8164418" cy="6343459"/>
          </a:xfrm>
        </p:grpSpPr>
        <p:grpSp>
          <p:nvGrpSpPr>
            <p:cNvPr id="454" name="Google Shape;454;p11"/>
            <p:cNvGrpSpPr/>
            <p:nvPr/>
          </p:nvGrpSpPr>
          <p:grpSpPr>
            <a:xfrm>
              <a:off x="-191059" y="95963"/>
              <a:ext cx="1538562" cy="971589"/>
              <a:chOff x="-191059" y="95963"/>
              <a:chExt cx="1538562" cy="971589"/>
            </a:xfrm>
          </p:grpSpPr>
          <p:grpSp>
            <p:nvGrpSpPr>
              <p:cNvPr id="455" name="Google Shape;455;p11"/>
              <p:cNvGrpSpPr/>
              <p:nvPr/>
            </p:nvGrpSpPr>
            <p:grpSpPr>
              <a:xfrm>
                <a:off x="-191059" y="201619"/>
                <a:ext cx="904284" cy="865933"/>
                <a:chOff x="2038491" y="-937756"/>
                <a:chExt cx="904284" cy="865933"/>
              </a:xfrm>
            </p:grpSpPr>
            <p:grpSp>
              <p:nvGrpSpPr>
                <p:cNvPr id="456" name="Google Shape;456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57" name="Google Shape;457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62" name="Google Shape;462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63" name="Google Shape;463;p11"/>
              <p:cNvGrpSpPr/>
              <p:nvPr/>
            </p:nvGrpSpPr>
            <p:grpSpPr>
              <a:xfrm>
                <a:off x="584533" y="9596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64" name="Google Shape;464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65" name="Google Shape;465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0" name="Google Shape;470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1" name="Google Shape;471;p11"/>
              <p:cNvGrpSpPr/>
              <p:nvPr/>
            </p:nvGrpSpPr>
            <p:grpSpPr>
              <a:xfrm>
                <a:off x="530445" y="481913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72" name="Google Shape;472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73" name="Google Shape;473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78" name="Google Shape;478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79" name="Google Shape;479;p11"/>
              <p:cNvGrpSpPr/>
              <p:nvPr/>
            </p:nvGrpSpPr>
            <p:grpSpPr>
              <a:xfrm>
                <a:off x="874020" y="312788"/>
                <a:ext cx="473483" cy="453403"/>
                <a:chOff x="2038491" y="-937756"/>
                <a:chExt cx="904284" cy="865933"/>
              </a:xfrm>
            </p:grpSpPr>
            <p:grpSp>
              <p:nvGrpSpPr>
                <p:cNvPr id="480" name="Google Shape;480;p11"/>
                <p:cNvGrpSpPr/>
                <p:nvPr/>
              </p:nvGrpSpPr>
              <p:grpSpPr>
                <a:xfrm>
                  <a:off x="2096570" y="-863491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481" name="Google Shape;481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3" name="Google Shape;483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4" name="Google Shape;484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5" name="Google Shape;485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>
                          <a:alpha val="46820"/>
                        </a:schemeClr>
                      </a:gs>
                      <a:gs pos="22000">
                        <a:schemeClr val="lt1">
                          <a:alpha val="46820"/>
                        </a:schemeClr>
                      </a:gs>
                      <a:gs pos="45000">
                        <a:srgbClr val="FFFFFF">
                          <a:alpha val="0"/>
                          <a:alpha val="46820"/>
                        </a:srgbClr>
                      </a:gs>
                      <a:gs pos="100000">
                        <a:srgbClr val="0C0A9E">
                          <a:alpha val="50196"/>
                          <a:alpha val="46820"/>
                        </a:srgbClr>
                      </a:gs>
                    </a:gsLst>
                    <a:lin ang="2698631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6" name="Google Shape;486;p11"/>
                <p:cNvSpPr/>
                <p:nvPr/>
              </p:nvSpPr>
              <p:spPr>
                <a:xfrm>
                  <a:off x="2038491" y="-937756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7" name="Google Shape;487;p11"/>
            <p:cNvGrpSpPr/>
            <p:nvPr/>
          </p:nvGrpSpPr>
          <p:grpSpPr>
            <a:xfrm rot="-7479050">
              <a:off x="-2051246" y="-1642948"/>
              <a:ext cx="4889863" cy="3931229"/>
              <a:chOff x="7103825" y="-713112"/>
              <a:chExt cx="3785226" cy="3043150"/>
            </a:xfrm>
          </p:grpSpPr>
          <p:sp>
            <p:nvSpPr>
              <p:cNvPr id="488" name="Google Shape;488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489" name="Google Shape;489;p11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0" name="Google Shape;490;p11"/>
            <p:cNvGrpSpPr/>
            <p:nvPr/>
          </p:nvGrpSpPr>
          <p:grpSpPr>
            <a:xfrm>
              <a:off x="-640220" y="-2653973"/>
              <a:ext cx="6191222" cy="6191222"/>
              <a:chOff x="-640220" y="-2502423"/>
              <a:chExt cx="6191222" cy="6191222"/>
            </a:xfrm>
          </p:grpSpPr>
          <p:sp>
            <p:nvSpPr>
              <p:cNvPr id="491" name="Google Shape;491;p11"/>
              <p:cNvSpPr/>
              <p:nvPr/>
            </p:nvSpPr>
            <p:spPr>
              <a:xfrm rot="-8100000">
                <a:off x="452224" y="-1781500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11"/>
              <p:cNvSpPr/>
              <p:nvPr/>
            </p:nvSpPr>
            <p:spPr>
              <a:xfrm rot="-8100000">
                <a:off x="83608" y="-617740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3" name="Google Shape;673;p17"/>
          <p:cNvGrpSpPr/>
          <p:nvPr/>
        </p:nvGrpSpPr>
        <p:grpSpPr>
          <a:xfrm>
            <a:off x="-2176650" y="-112745"/>
            <a:ext cx="4680670" cy="5935195"/>
            <a:chOff x="-2176650" y="-112745"/>
            <a:chExt cx="4680670" cy="5935195"/>
          </a:xfrm>
        </p:grpSpPr>
        <p:grpSp>
          <p:nvGrpSpPr>
            <p:cNvPr id="674" name="Google Shape;674;p17"/>
            <p:cNvGrpSpPr/>
            <p:nvPr/>
          </p:nvGrpSpPr>
          <p:grpSpPr>
            <a:xfrm>
              <a:off x="-2176650" y="-112745"/>
              <a:ext cx="4680670" cy="5935195"/>
              <a:chOff x="-2176650" y="-112745"/>
              <a:chExt cx="4680670" cy="5935195"/>
            </a:xfrm>
          </p:grpSpPr>
          <p:sp>
            <p:nvSpPr>
              <p:cNvPr id="675" name="Google Shape;675;p17"/>
              <p:cNvSpPr/>
              <p:nvPr/>
            </p:nvSpPr>
            <p:spPr>
              <a:xfrm rot="-2700000">
                <a:off x="-1523974" y="21782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6" name="Google Shape;676;p17"/>
              <p:cNvGrpSpPr/>
              <p:nvPr/>
            </p:nvGrpSpPr>
            <p:grpSpPr>
              <a:xfrm rot="-2700000">
                <a:off x="10491" y="4440580"/>
                <a:ext cx="582044" cy="582419"/>
                <a:chOff x="959750" y="3039275"/>
                <a:chExt cx="582050" cy="582425"/>
              </a:xfrm>
            </p:grpSpPr>
            <p:sp>
              <p:nvSpPr>
                <p:cNvPr id="677" name="Google Shape;677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37270"/>
                      </a:srgbClr>
                    </a:gs>
                    <a:gs pos="100000">
                      <a:srgbClr val="FFFFFF">
                        <a:alpha val="0"/>
                        <a:alpha val="3727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 rot="-2700000">
                <a:off x="-183259" y="2704590"/>
                <a:ext cx="582044" cy="582419"/>
                <a:chOff x="959750" y="3039275"/>
                <a:chExt cx="582050" cy="582425"/>
              </a:xfrm>
            </p:grpSpPr>
            <p:sp>
              <p:nvSpPr>
                <p:cNvPr id="685" name="Google Shape;685;p17"/>
                <p:cNvSpPr/>
                <p:nvPr/>
              </p:nvSpPr>
              <p:spPr>
                <a:xfrm>
                  <a:off x="959750" y="3498275"/>
                  <a:ext cx="123450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7" extrusionOk="0">
                      <a:moveTo>
                        <a:pt x="1403" y="0"/>
                      </a:moveTo>
                      <a:lnTo>
                        <a:pt x="1" y="1402"/>
                      </a:lnTo>
                      <a:lnTo>
                        <a:pt x="3536" y="4937"/>
                      </a:lnTo>
                      <a:lnTo>
                        <a:pt x="4937" y="3535"/>
                      </a:lnTo>
                      <a:lnTo>
                        <a:pt x="140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6" name="Google Shape;686;p17"/>
                <p:cNvSpPr/>
                <p:nvPr/>
              </p:nvSpPr>
              <p:spPr>
                <a:xfrm>
                  <a:off x="1035950" y="3421700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402" y="1"/>
                      </a:moveTo>
                      <a:lnTo>
                        <a:pt x="0" y="1403"/>
                      </a:lnTo>
                      <a:lnTo>
                        <a:pt x="3535" y="4952"/>
                      </a:lnTo>
                      <a:lnTo>
                        <a:pt x="4937" y="3551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7" name="Google Shape;687;p17"/>
                <p:cNvSpPr/>
                <p:nvPr/>
              </p:nvSpPr>
              <p:spPr>
                <a:xfrm>
                  <a:off x="1112500" y="3345525"/>
                  <a:ext cx="123825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8" name="Google Shape;688;p17"/>
                <p:cNvSpPr/>
                <p:nvPr/>
              </p:nvSpPr>
              <p:spPr>
                <a:xfrm>
                  <a:off x="1188675" y="3268975"/>
                  <a:ext cx="1238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" h="4937" extrusionOk="0">
                      <a:moveTo>
                        <a:pt x="1402" y="0"/>
                      </a:moveTo>
                      <a:lnTo>
                        <a:pt x="1" y="1402"/>
                      </a:lnTo>
                      <a:lnTo>
                        <a:pt x="3551" y="4937"/>
                      </a:lnTo>
                      <a:lnTo>
                        <a:pt x="4952" y="3550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7"/>
                <p:cNvSpPr/>
                <p:nvPr/>
              </p:nvSpPr>
              <p:spPr>
                <a:xfrm>
                  <a:off x="1265625" y="3192800"/>
                  <a:ext cx="123425" cy="123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37" extrusionOk="0">
                      <a:moveTo>
                        <a:pt x="1402" y="0"/>
                      </a:moveTo>
                      <a:lnTo>
                        <a:pt x="0" y="1386"/>
                      </a:lnTo>
                      <a:lnTo>
                        <a:pt x="3535" y="4936"/>
                      </a:lnTo>
                      <a:lnTo>
                        <a:pt x="4937" y="3535"/>
                      </a:lnTo>
                      <a:lnTo>
                        <a:pt x="1402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7"/>
                <p:cNvSpPr/>
                <p:nvPr/>
              </p:nvSpPr>
              <p:spPr>
                <a:xfrm>
                  <a:off x="1341800" y="3116225"/>
                  <a:ext cx="123450" cy="123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8" h="4938" extrusionOk="0">
                      <a:moveTo>
                        <a:pt x="1402" y="1"/>
                      </a:moveTo>
                      <a:lnTo>
                        <a:pt x="1" y="1402"/>
                      </a:lnTo>
                      <a:lnTo>
                        <a:pt x="3535" y="4937"/>
                      </a:lnTo>
                      <a:lnTo>
                        <a:pt x="4937" y="3535"/>
                      </a:lnTo>
                      <a:lnTo>
                        <a:pt x="1402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7"/>
                <p:cNvSpPr/>
                <p:nvPr/>
              </p:nvSpPr>
              <p:spPr>
                <a:xfrm>
                  <a:off x="1418375" y="3039275"/>
                  <a:ext cx="123425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37" h="4953" extrusionOk="0">
                      <a:moveTo>
                        <a:pt x="1387" y="1"/>
                      </a:moveTo>
                      <a:lnTo>
                        <a:pt x="0" y="1403"/>
                      </a:lnTo>
                      <a:lnTo>
                        <a:pt x="3535" y="4953"/>
                      </a:lnTo>
                      <a:lnTo>
                        <a:pt x="4936" y="3551"/>
                      </a:lnTo>
                      <a:lnTo>
                        <a:pt x="1387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37270"/>
                      </a:schemeClr>
                    </a:gs>
                    <a:gs pos="78000">
                      <a:schemeClr val="lt1">
                        <a:alpha val="37270"/>
                      </a:schemeClr>
                    </a:gs>
                    <a:gs pos="100000">
                      <a:schemeClr val="lt1">
                        <a:alpha val="3727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692" name="Google Shape;692;p17"/>
              <p:cNvSpPr/>
              <p:nvPr/>
            </p:nvSpPr>
            <p:spPr>
              <a:xfrm rot="2700000" flipH="1">
                <a:off x="-1073899" y="473691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3" name="Google Shape;693;p17"/>
            <p:cNvGrpSpPr/>
            <p:nvPr/>
          </p:nvGrpSpPr>
          <p:grpSpPr>
            <a:xfrm>
              <a:off x="-234425" y="3727550"/>
              <a:ext cx="439200" cy="439100"/>
              <a:chOff x="1101075" y="2142375"/>
              <a:chExt cx="439200" cy="439100"/>
            </a:xfrm>
          </p:grpSpPr>
          <p:sp>
            <p:nvSpPr>
              <p:cNvPr id="694" name="Google Shape;694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6" name="Google Shape;696;p17"/>
            <p:cNvGrpSpPr/>
            <p:nvPr/>
          </p:nvGrpSpPr>
          <p:grpSpPr>
            <a:xfrm rot="10800000">
              <a:off x="713225" y="4931225"/>
              <a:ext cx="439200" cy="439100"/>
              <a:chOff x="1101075" y="2142375"/>
              <a:chExt cx="439200" cy="439100"/>
            </a:xfrm>
          </p:grpSpPr>
          <p:sp>
            <p:nvSpPr>
              <p:cNvPr id="697" name="Google Shape;697;p1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9" name="Google Shape;699;p17"/>
          <p:cNvGrpSpPr/>
          <p:nvPr/>
        </p:nvGrpSpPr>
        <p:grpSpPr>
          <a:xfrm>
            <a:off x="6642300" y="-415701"/>
            <a:ext cx="4558967" cy="1887075"/>
            <a:chOff x="6566100" y="-415701"/>
            <a:chExt cx="4558967" cy="1887075"/>
          </a:xfrm>
        </p:grpSpPr>
        <p:pic>
          <p:nvPicPr>
            <p:cNvPr id="700" name="Google Shape;700;p17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8278550" y="-3923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17"/>
            <p:cNvGrpSpPr/>
            <p:nvPr/>
          </p:nvGrpSpPr>
          <p:grpSpPr>
            <a:xfrm rot="5400000">
              <a:off x="7714062" y="-991384"/>
              <a:ext cx="1433417" cy="2584783"/>
              <a:chOff x="-363163" y="-645596"/>
              <a:chExt cx="1433417" cy="2584783"/>
            </a:xfrm>
          </p:grpSpPr>
          <p:grpSp>
            <p:nvGrpSpPr>
              <p:cNvPr id="702" name="Google Shape;702;p17"/>
              <p:cNvGrpSpPr/>
              <p:nvPr/>
            </p:nvGrpSpPr>
            <p:grpSpPr>
              <a:xfrm rot="10800000">
                <a:off x="-64595" y="-645596"/>
                <a:ext cx="1134849" cy="2370191"/>
                <a:chOff x="-575575" y="3685599"/>
                <a:chExt cx="1421048" cy="2967932"/>
              </a:xfrm>
            </p:grpSpPr>
            <p:sp>
              <p:nvSpPr>
                <p:cNvPr id="703" name="Google Shape;703;p17"/>
                <p:cNvSpPr/>
                <p:nvPr/>
              </p:nvSpPr>
              <p:spPr>
                <a:xfrm>
                  <a:off x="-575575" y="3685599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4" name="Google Shape;704;p17"/>
                <p:cNvSpPr/>
                <p:nvPr/>
              </p:nvSpPr>
              <p:spPr>
                <a:xfrm rot="10800000">
                  <a:off x="-575573" y="3820175"/>
                  <a:ext cx="1421047" cy="283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7" h="69081" extrusionOk="0">
                      <a:moveTo>
                        <a:pt x="34434" y="1"/>
                      </a:moveTo>
                      <a:lnTo>
                        <a:pt x="25429" y="8990"/>
                      </a:lnTo>
                      <a:lnTo>
                        <a:pt x="25383" y="9051"/>
                      </a:lnTo>
                      <a:lnTo>
                        <a:pt x="25383" y="32651"/>
                      </a:lnTo>
                      <a:lnTo>
                        <a:pt x="15130" y="42920"/>
                      </a:lnTo>
                      <a:lnTo>
                        <a:pt x="15084" y="42951"/>
                      </a:lnTo>
                      <a:lnTo>
                        <a:pt x="15084" y="60472"/>
                      </a:lnTo>
                      <a:lnTo>
                        <a:pt x="9614" y="65957"/>
                      </a:lnTo>
                      <a:lnTo>
                        <a:pt x="0" y="65957"/>
                      </a:lnTo>
                      <a:lnTo>
                        <a:pt x="0" y="69080"/>
                      </a:lnTo>
                      <a:lnTo>
                        <a:pt x="320" y="69080"/>
                      </a:lnTo>
                      <a:lnTo>
                        <a:pt x="320" y="66262"/>
                      </a:lnTo>
                      <a:lnTo>
                        <a:pt x="9751" y="66262"/>
                      </a:lnTo>
                      <a:lnTo>
                        <a:pt x="15389" y="60609"/>
                      </a:lnTo>
                      <a:lnTo>
                        <a:pt x="15389" y="43088"/>
                      </a:lnTo>
                      <a:lnTo>
                        <a:pt x="25658" y="32819"/>
                      </a:lnTo>
                      <a:lnTo>
                        <a:pt x="25688" y="32788"/>
                      </a:lnTo>
                      <a:lnTo>
                        <a:pt x="25688" y="9188"/>
                      </a:lnTo>
                      <a:lnTo>
                        <a:pt x="34647" y="214"/>
                      </a:lnTo>
                      <a:lnTo>
                        <a:pt x="34434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05" name="Google Shape;705;p17"/>
              <p:cNvSpPr/>
              <p:nvPr/>
            </p:nvSpPr>
            <p:spPr>
              <a:xfrm>
                <a:off x="0" y="36165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131225" y="0"/>
                <a:ext cx="581991" cy="575861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07" name="Google Shape;707;p17"/>
              <p:cNvGrpSpPr/>
              <p:nvPr/>
            </p:nvGrpSpPr>
            <p:grpSpPr>
              <a:xfrm rot="-2700000" flipH="1">
                <a:off x="-216370" y="1084101"/>
                <a:ext cx="708093" cy="708493"/>
                <a:chOff x="3678700" y="407275"/>
                <a:chExt cx="708100" cy="708500"/>
              </a:xfrm>
            </p:grpSpPr>
            <p:sp>
              <p:nvSpPr>
                <p:cNvPr id="708" name="Google Shape;708;p1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9" name="Google Shape;709;p1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0" name="Google Shape;710;p1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1" name="Google Shape;711;p1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5" name="Google Shape;715;p17"/>
            <p:cNvGrpSpPr/>
            <p:nvPr/>
          </p:nvGrpSpPr>
          <p:grpSpPr>
            <a:xfrm rot="10800000">
              <a:off x="6566100" y="233963"/>
              <a:ext cx="4558967" cy="134100"/>
              <a:chOff x="796100" y="3019701"/>
              <a:chExt cx="4558967" cy="134100"/>
            </a:xfrm>
          </p:grpSpPr>
          <p:sp>
            <p:nvSpPr>
              <p:cNvPr id="716" name="Google Shape;716;p1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717" name="Google Shape;717;p1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8" name="Google Shape;718;p1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0"/>
          <p:cNvSpPr txBox="1">
            <a:spLocks noGrp="1"/>
          </p:cNvSpPr>
          <p:nvPr>
            <p:ph type="title"/>
          </p:nvPr>
        </p:nvSpPr>
        <p:spPr>
          <a:xfrm>
            <a:off x="720000" y="1565925"/>
            <a:ext cx="2799000" cy="7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00" name="Google Shape;800;p20"/>
          <p:cNvSpPr txBox="1">
            <a:spLocks noGrp="1"/>
          </p:cNvSpPr>
          <p:nvPr>
            <p:ph type="subTitle" idx="1"/>
          </p:nvPr>
        </p:nvSpPr>
        <p:spPr>
          <a:xfrm>
            <a:off x="720000" y="2326750"/>
            <a:ext cx="2799000" cy="11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01" name="Google Shape;801;p20"/>
          <p:cNvGrpSpPr/>
          <p:nvPr/>
        </p:nvGrpSpPr>
        <p:grpSpPr>
          <a:xfrm>
            <a:off x="-1623735" y="2499757"/>
            <a:ext cx="5119205" cy="4373890"/>
            <a:chOff x="-1547535" y="2499757"/>
            <a:chExt cx="5119205" cy="4373890"/>
          </a:xfrm>
        </p:grpSpPr>
        <p:pic>
          <p:nvPicPr>
            <p:cNvPr id="802" name="Google Shape;802;p2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-5400000">
              <a:off x="-1751185" y="3417285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03" name="Google Shape;803;p20"/>
            <p:cNvGrpSpPr/>
            <p:nvPr/>
          </p:nvGrpSpPr>
          <p:grpSpPr>
            <a:xfrm rot="-5400000">
              <a:off x="123777" y="4587830"/>
              <a:ext cx="480890" cy="481200"/>
              <a:chOff x="959750" y="3039275"/>
              <a:chExt cx="582050" cy="582425"/>
            </a:xfrm>
          </p:grpSpPr>
          <p:sp>
            <p:nvSpPr>
              <p:cNvPr id="804" name="Google Shape;804;p2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2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2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2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2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2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2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11" name="Google Shape;811;p20"/>
            <p:cNvGrpSpPr/>
            <p:nvPr/>
          </p:nvGrpSpPr>
          <p:grpSpPr>
            <a:xfrm rot="-5400000">
              <a:off x="-564590" y="2079321"/>
              <a:ext cx="3153315" cy="5119205"/>
              <a:chOff x="6643701" y="816087"/>
              <a:chExt cx="3153315" cy="5119205"/>
            </a:xfrm>
          </p:grpSpPr>
          <p:sp>
            <p:nvSpPr>
              <p:cNvPr id="812" name="Google Shape;812;p20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13" name="Google Shape;813;p20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814" name="Google Shape;814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5" name="Google Shape;815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6" name="Google Shape;816;p20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17" name="Google Shape;817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8" name="Google Shape;818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19" name="Google Shape;819;p20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820" name="Google Shape;820;p20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21" name="Google Shape;821;p20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822" name="Google Shape;822;p20"/>
            <p:cNvSpPr/>
            <p:nvPr/>
          </p:nvSpPr>
          <p:spPr>
            <a:xfrm>
              <a:off x="-630272" y="2499757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23" name="Google Shape;823;p20"/>
            <p:cNvGrpSpPr/>
            <p:nvPr/>
          </p:nvGrpSpPr>
          <p:grpSpPr>
            <a:xfrm rot="-5400000">
              <a:off x="99300" y="3411735"/>
              <a:ext cx="88151" cy="2151709"/>
              <a:chOff x="3054755" y="4367024"/>
              <a:chExt cx="88142" cy="1137387"/>
            </a:xfrm>
          </p:grpSpPr>
          <p:sp>
            <p:nvSpPr>
              <p:cNvPr id="824" name="Google Shape;824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6" name="Google Shape;826;p20"/>
            <p:cNvGrpSpPr/>
            <p:nvPr/>
          </p:nvGrpSpPr>
          <p:grpSpPr>
            <a:xfrm rot="-5400000">
              <a:off x="-28713" y="3651410"/>
              <a:ext cx="88151" cy="2151709"/>
              <a:chOff x="3054755" y="4367024"/>
              <a:chExt cx="88142" cy="1137387"/>
            </a:xfrm>
          </p:grpSpPr>
          <p:sp>
            <p:nvSpPr>
              <p:cNvPr id="827" name="Google Shape;827;p20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29" name="Google Shape;829;p20"/>
          <p:cNvGrpSpPr/>
          <p:nvPr/>
        </p:nvGrpSpPr>
        <p:grpSpPr>
          <a:xfrm rot="-5400000">
            <a:off x="7274810" y="-1067450"/>
            <a:ext cx="3920501" cy="3213899"/>
            <a:chOff x="6643710" y="2822113"/>
            <a:chExt cx="3920501" cy="3213899"/>
          </a:xfrm>
        </p:grpSpPr>
        <p:pic>
          <p:nvPicPr>
            <p:cNvPr id="830" name="Google Shape;830;p2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1" name="Google Shape;831;p20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0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0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4" name="Google Shape;834;p20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835" name="Google Shape;835;p20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20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8" name="Google Shape;838;p20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839" name="Google Shape;839;p20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4" name="Google Shape;844;p21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528500" cy="6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845" name="Google Shape;845;p21"/>
          <p:cNvGrpSpPr/>
          <p:nvPr/>
        </p:nvGrpSpPr>
        <p:grpSpPr>
          <a:xfrm>
            <a:off x="6846993" y="-1382193"/>
            <a:ext cx="4230595" cy="4230595"/>
            <a:chOff x="6597168" y="-1305993"/>
            <a:chExt cx="4230595" cy="4230595"/>
          </a:xfrm>
        </p:grpSpPr>
        <p:sp>
          <p:nvSpPr>
            <p:cNvPr id="846" name="Google Shape;846;p21"/>
            <p:cNvSpPr/>
            <p:nvPr/>
          </p:nvSpPr>
          <p:spPr>
            <a:xfrm rot="-8100000" flipH="1">
              <a:off x="7249845" y="-719557"/>
              <a:ext cx="2925242" cy="3057723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1"/>
            <p:cNvSpPr/>
            <p:nvPr/>
          </p:nvSpPr>
          <p:spPr>
            <a:xfrm>
              <a:off x="8355611" y="-292048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1"/>
            <p:cNvSpPr/>
            <p:nvPr/>
          </p:nvSpPr>
          <p:spPr>
            <a:xfrm>
              <a:off x="8608100" y="70376"/>
              <a:ext cx="687411" cy="2086997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9" name="Google Shape;849;p21"/>
            <p:cNvGrpSpPr/>
            <p:nvPr/>
          </p:nvGrpSpPr>
          <p:grpSpPr>
            <a:xfrm>
              <a:off x="8449011" y="1244697"/>
              <a:ext cx="134100" cy="134100"/>
              <a:chOff x="-1999139" y="3143772"/>
              <a:chExt cx="134100" cy="134100"/>
            </a:xfrm>
          </p:grpSpPr>
          <p:sp>
            <p:nvSpPr>
              <p:cNvPr id="850" name="Google Shape;850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2" name="Google Shape;852;p21"/>
            <p:cNvGrpSpPr/>
            <p:nvPr/>
          </p:nvGrpSpPr>
          <p:grpSpPr>
            <a:xfrm>
              <a:off x="8577286" y="2178484"/>
              <a:ext cx="134100" cy="134100"/>
              <a:chOff x="-1999139" y="3143772"/>
              <a:chExt cx="134100" cy="134100"/>
            </a:xfrm>
          </p:grpSpPr>
          <p:sp>
            <p:nvSpPr>
              <p:cNvPr id="853" name="Google Shape;853;p21"/>
              <p:cNvSpPr/>
              <p:nvPr/>
            </p:nvSpPr>
            <p:spPr>
              <a:xfrm>
                <a:off x="-1999139" y="3143772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-1980219" y="3162691"/>
                <a:ext cx="96300" cy="96300"/>
              </a:xfrm>
              <a:prstGeom prst="ellipse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5" name="Google Shape;855;p21"/>
            <p:cNvGrpSpPr/>
            <p:nvPr/>
          </p:nvGrpSpPr>
          <p:grpSpPr>
            <a:xfrm>
              <a:off x="8526386" y="311022"/>
              <a:ext cx="134004" cy="134004"/>
              <a:chOff x="8356813" y="1074288"/>
              <a:chExt cx="351900" cy="351900"/>
            </a:xfrm>
          </p:grpSpPr>
          <p:sp>
            <p:nvSpPr>
              <p:cNvPr id="856" name="Google Shape;856;p2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58" name="Google Shape;858;p2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59" name="Google Shape;859;p21"/>
          <p:cNvGrpSpPr/>
          <p:nvPr/>
        </p:nvGrpSpPr>
        <p:grpSpPr>
          <a:xfrm rot="5400000">
            <a:off x="-1981527" y="1924690"/>
            <a:ext cx="6191222" cy="6191222"/>
            <a:chOff x="-2825827" y="1271890"/>
            <a:chExt cx="6191222" cy="6191222"/>
          </a:xfrm>
        </p:grpSpPr>
        <p:pic>
          <p:nvPicPr>
            <p:cNvPr id="860" name="Google Shape;860;p2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61" name="Google Shape;861;p21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862" name="Google Shape;862;p21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64" name="Google Shape;864;p21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5" name="Google Shape;865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6" name="Google Shape;866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67" name="Google Shape;867;p21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868" name="Google Shape;868;p21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9" name="Google Shape;869;p21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70" name="Google Shape;870;p21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73" name="Google Shape;873;p21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874" name="Google Shape;874;p21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5" name="Google Shape;875;p21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7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7" name="Google Shape;877;p22"/>
          <p:cNvGrpSpPr/>
          <p:nvPr/>
        </p:nvGrpSpPr>
        <p:grpSpPr>
          <a:xfrm>
            <a:off x="4582521" y="2433470"/>
            <a:ext cx="5022035" cy="4764449"/>
            <a:chOff x="4571996" y="2268220"/>
            <a:chExt cx="5022035" cy="4764449"/>
          </a:xfrm>
        </p:grpSpPr>
        <p:pic>
          <p:nvPicPr>
            <p:cNvPr id="878" name="Google Shape;878;p22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flipH="1">
              <a:off x="5978271" y="337695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79" name="Google Shape;879;p22"/>
            <p:cNvGrpSpPr/>
            <p:nvPr/>
          </p:nvGrpSpPr>
          <p:grpSpPr>
            <a:xfrm rot="10800000">
              <a:off x="4571996" y="2268220"/>
              <a:ext cx="5022035" cy="4764449"/>
              <a:chOff x="-494406" y="-1584825"/>
              <a:chExt cx="4397193" cy="4171657"/>
            </a:xfrm>
          </p:grpSpPr>
          <p:grpSp>
            <p:nvGrpSpPr>
              <p:cNvPr id="880" name="Google Shape;880;p22"/>
              <p:cNvGrpSpPr/>
              <p:nvPr/>
            </p:nvGrpSpPr>
            <p:grpSpPr>
              <a:xfrm>
                <a:off x="245875" y="-51824"/>
                <a:ext cx="208200" cy="1824700"/>
                <a:chOff x="1040050" y="3812126"/>
                <a:chExt cx="208200" cy="1824700"/>
              </a:xfrm>
            </p:grpSpPr>
            <p:sp>
              <p:nvSpPr>
                <p:cNvPr id="881" name="Google Shape;881;p22"/>
                <p:cNvSpPr/>
                <p:nvPr/>
              </p:nvSpPr>
              <p:spPr>
                <a:xfrm>
                  <a:off x="1040050" y="3812126"/>
                  <a:ext cx="12550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" h="27731" extrusionOk="0">
                      <a:moveTo>
                        <a:pt x="1" y="1"/>
                      </a:moveTo>
                      <a:lnTo>
                        <a:pt x="1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2" name="Google Shape;882;p22"/>
                <p:cNvSpPr/>
                <p:nvPr/>
              </p:nvSpPr>
              <p:spPr>
                <a:xfrm>
                  <a:off x="1235741" y="3812126"/>
                  <a:ext cx="12509" cy="182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" h="27731" extrusionOk="0">
                      <a:moveTo>
                        <a:pt x="0" y="1"/>
                      </a:moveTo>
                      <a:lnTo>
                        <a:pt x="0" y="27730"/>
                      </a:lnTo>
                      <a:lnTo>
                        <a:pt x="305" y="27730"/>
                      </a:lnTo>
                      <a:lnTo>
                        <a:pt x="30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3" name="Google Shape;883;p22"/>
              <p:cNvGrpSpPr/>
              <p:nvPr/>
            </p:nvGrpSpPr>
            <p:grpSpPr>
              <a:xfrm rot="-8100000">
                <a:off x="540898" y="-1172741"/>
                <a:ext cx="2552124" cy="3347490"/>
                <a:chOff x="2976325" y="908175"/>
                <a:chExt cx="4028179" cy="5283555"/>
              </a:xfrm>
            </p:grpSpPr>
            <p:sp>
              <p:nvSpPr>
                <p:cNvPr id="884" name="Google Shape;884;p22"/>
                <p:cNvSpPr/>
                <p:nvPr/>
              </p:nvSpPr>
              <p:spPr>
                <a:xfrm>
                  <a:off x="2976325" y="930036"/>
                  <a:ext cx="4006263" cy="47492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2"/>
                <p:cNvSpPr/>
                <p:nvPr/>
              </p:nvSpPr>
              <p:spPr>
                <a:xfrm>
                  <a:off x="3934943" y="908175"/>
                  <a:ext cx="2925190" cy="30576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22"/>
                <p:cNvSpPr/>
                <p:nvPr/>
              </p:nvSpPr>
              <p:spPr>
                <a:xfrm>
                  <a:off x="3851189" y="1072525"/>
                  <a:ext cx="3153315" cy="51192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2" h="124813" extrusionOk="0">
                      <a:moveTo>
                        <a:pt x="76668" y="0"/>
                      </a:moveTo>
                      <a:lnTo>
                        <a:pt x="63260" y="13408"/>
                      </a:lnTo>
                      <a:cubicBezTo>
                        <a:pt x="62879" y="13789"/>
                        <a:pt x="62879" y="14398"/>
                        <a:pt x="63260" y="14779"/>
                      </a:cubicBezTo>
                      <a:lnTo>
                        <a:pt x="69857" y="21376"/>
                      </a:lnTo>
                      <a:cubicBezTo>
                        <a:pt x="70116" y="21620"/>
                        <a:pt x="70116" y="22046"/>
                        <a:pt x="69857" y="22305"/>
                      </a:cubicBezTo>
                      <a:lnTo>
                        <a:pt x="46546" y="45616"/>
                      </a:lnTo>
                      <a:cubicBezTo>
                        <a:pt x="46417" y="45738"/>
                        <a:pt x="46245" y="45799"/>
                        <a:pt x="46074" y="45799"/>
                      </a:cubicBezTo>
                      <a:cubicBezTo>
                        <a:pt x="45903" y="45799"/>
                        <a:pt x="45731" y="45738"/>
                        <a:pt x="45602" y="45616"/>
                      </a:cubicBezTo>
                      <a:lnTo>
                        <a:pt x="39020" y="39019"/>
                      </a:lnTo>
                      <a:cubicBezTo>
                        <a:pt x="38822" y="38836"/>
                        <a:pt x="38593" y="38745"/>
                        <a:pt x="38334" y="38745"/>
                      </a:cubicBezTo>
                      <a:cubicBezTo>
                        <a:pt x="38060" y="38745"/>
                        <a:pt x="37831" y="38836"/>
                        <a:pt x="37649" y="39019"/>
                      </a:cubicBezTo>
                      <a:lnTo>
                        <a:pt x="23357" y="53311"/>
                      </a:lnTo>
                      <a:cubicBezTo>
                        <a:pt x="22976" y="53691"/>
                        <a:pt x="22976" y="54301"/>
                        <a:pt x="23357" y="54682"/>
                      </a:cubicBezTo>
                      <a:lnTo>
                        <a:pt x="40833" y="72142"/>
                      </a:lnTo>
                      <a:cubicBezTo>
                        <a:pt x="40939" y="72279"/>
                        <a:pt x="41016" y="72432"/>
                        <a:pt x="41016" y="72614"/>
                      </a:cubicBezTo>
                      <a:cubicBezTo>
                        <a:pt x="41016" y="72812"/>
                        <a:pt x="40955" y="72965"/>
                        <a:pt x="40833" y="73102"/>
                      </a:cubicBezTo>
                      <a:lnTo>
                        <a:pt x="27090" y="86830"/>
                      </a:lnTo>
                      <a:cubicBezTo>
                        <a:pt x="26907" y="87028"/>
                        <a:pt x="26816" y="87256"/>
                        <a:pt x="26816" y="87515"/>
                      </a:cubicBezTo>
                      <a:lnTo>
                        <a:pt x="26816" y="96276"/>
                      </a:lnTo>
                      <a:cubicBezTo>
                        <a:pt x="26816" y="96459"/>
                        <a:pt x="26755" y="96611"/>
                        <a:pt x="26618" y="96748"/>
                      </a:cubicBezTo>
                      <a:lnTo>
                        <a:pt x="13225" y="110140"/>
                      </a:lnTo>
                      <a:cubicBezTo>
                        <a:pt x="13103" y="110270"/>
                        <a:pt x="12940" y="110335"/>
                        <a:pt x="12772" y="110335"/>
                      </a:cubicBezTo>
                      <a:cubicBezTo>
                        <a:pt x="12604" y="110335"/>
                        <a:pt x="12433" y="110270"/>
                        <a:pt x="12296" y="110140"/>
                      </a:cubicBezTo>
                      <a:lnTo>
                        <a:pt x="7618" y="105448"/>
                      </a:lnTo>
                      <a:cubicBezTo>
                        <a:pt x="7428" y="105257"/>
                        <a:pt x="7180" y="105162"/>
                        <a:pt x="6933" y="105162"/>
                      </a:cubicBezTo>
                      <a:cubicBezTo>
                        <a:pt x="6685" y="105162"/>
                        <a:pt x="6438" y="105257"/>
                        <a:pt x="6247" y="105448"/>
                      </a:cubicBezTo>
                      <a:lnTo>
                        <a:pt x="381" y="111314"/>
                      </a:lnTo>
                      <a:cubicBezTo>
                        <a:pt x="1" y="111695"/>
                        <a:pt x="1" y="112304"/>
                        <a:pt x="381" y="112685"/>
                      </a:cubicBezTo>
                      <a:lnTo>
                        <a:pt x="5059" y="117378"/>
                      </a:lnTo>
                      <a:cubicBezTo>
                        <a:pt x="5181" y="117515"/>
                        <a:pt x="5257" y="117667"/>
                        <a:pt x="5257" y="117850"/>
                      </a:cubicBezTo>
                      <a:cubicBezTo>
                        <a:pt x="5257" y="118048"/>
                        <a:pt x="5196" y="118200"/>
                        <a:pt x="5059" y="118322"/>
                      </a:cubicBezTo>
                      <a:lnTo>
                        <a:pt x="3231" y="120150"/>
                      </a:lnTo>
                      <a:cubicBezTo>
                        <a:pt x="2850" y="120531"/>
                        <a:pt x="2850" y="121141"/>
                        <a:pt x="3231" y="121522"/>
                      </a:cubicBezTo>
                      <a:lnTo>
                        <a:pt x="5059" y="123365"/>
                      </a:lnTo>
                      <a:cubicBezTo>
                        <a:pt x="5333" y="123609"/>
                        <a:pt x="5333" y="124020"/>
                        <a:pt x="5059" y="124295"/>
                      </a:cubicBezTo>
                      <a:cubicBezTo>
                        <a:pt x="4914" y="124432"/>
                        <a:pt x="4754" y="124489"/>
                        <a:pt x="4602" y="124489"/>
                      </a:cubicBezTo>
                      <a:cubicBezTo>
                        <a:pt x="4449" y="124489"/>
                        <a:pt x="4305" y="124432"/>
                        <a:pt x="4190" y="124340"/>
                      </a:cubicBezTo>
                      <a:cubicBezTo>
                        <a:pt x="3962" y="124173"/>
                        <a:pt x="3825" y="123838"/>
                        <a:pt x="4038" y="123487"/>
                      </a:cubicBezTo>
                      <a:lnTo>
                        <a:pt x="3764" y="123335"/>
                      </a:lnTo>
                      <a:lnTo>
                        <a:pt x="3764" y="123335"/>
                      </a:lnTo>
                      <a:cubicBezTo>
                        <a:pt x="3459" y="123838"/>
                        <a:pt x="3672" y="124356"/>
                        <a:pt x="3992" y="124599"/>
                      </a:cubicBezTo>
                      <a:cubicBezTo>
                        <a:pt x="4175" y="124736"/>
                        <a:pt x="4373" y="124813"/>
                        <a:pt x="4602" y="124813"/>
                      </a:cubicBezTo>
                      <a:cubicBezTo>
                        <a:pt x="4830" y="124813"/>
                        <a:pt x="5059" y="124736"/>
                        <a:pt x="5272" y="124477"/>
                      </a:cubicBezTo>
                      <a:cubicBezTo>
                        <a:pt x="5455" y="124295"/>
                        <a:pt x="5562" y="124066"/>
                        <a:pt x="5562" y="123792"/>
                      </a:cubicBezTo>
                      <a:cubicBezTo>
                        <a:pt x="5562" y="123533"/>
                        <a:pt x="5455" y="123304"/>
                        <a:pt x="5272" y="123106"/>
                      </a:cubicBezTo>
                      <a:lnTo>
                        <a:pt x="3444" y="121278"/>
                      </a:lnTo>
                      <a:cubicBezTo>
                        <a:pt x="3170" y="121034"/>
                        <a:pt x="3170" y="120623"/>
                        <a:pt x="3444" y="120349"/>
                      </a:cubicBezTo>
                      <a:lnTo>
                        <a:pt x="5272" y="118520"/>
                      </a:lnTo>
                      <a:cubicBezTo>
                        <a:pt x="5455" y="118337"/>
                        <a:pt x="5562" y="118094"/>
                        <a:pt x="5562" y="117835"/>
                      </a:cubicBezTo>
                      <a:cubicBezTo>
                        <a:pt x="5562" y="117576"/>
                        <a:pt x="5455" y="117332"/>
                        <a:pt x="5272" y="117149"/>
                      </a:cubicBezTo>
                      <a:lnTo>
                        <a:pt x="579" y="112456"/>
                      </a:lnTo>
                      <a:cubicBezTo>
                        <a:pt x="320" y="112213"/>
                        <a:pt x="320" y="111801"/>
                        <a:pt x="579" y="111527"/>
                      </a:cubicBezTo>
                      <a:lnTo>
                        <a:pt x="6445" y="105661"/>
                      </a:lnTo>
                      <a:cubicBezTo>
                        <a:pt x="6575" y="105532"/>
                        <a:pt x="6742" y="105467"/>
                        <a:pt x="6912" y="105467"/>
                      </a:cubicBezTo>
                      <a:cubicBezTo>
                        <a:pt x="7081" y="105467"/>
                        <a:pt x="7253" y="105532"/>
                        <a:pt x="7390" y="105661"/>
                      </a:cubicBezTo>
                      <a:lnTo>
                        <a:pt x="12067" y="110354"/>
                      </a:lnTo>
                      <a:cubicBezTo>
                        <a:pt x="12265" y="110537"/>
                        <a:pt x="12494" y="110643"/>
                        <a:pt x="12753" y="110643"/>
                      </a:cubicBezTo>
                      <a:cubicBezTo>
                        <a:pt x="13027" y="110643"/>
                        <a:pt x="13256" y="110537"/>
                        <a:pt x="13439" y="110354"/>
                      </a:cubicBezTo>
                      <a:lnTo>
                        <a:pt x="26831" y="96961"/>
                      </a:lnTo>
                      <a:cubicBezTo>
                        <a:pt x="27014" y="96779"/>
                        <a:pt x="27120" y="96550"/>
                        <a:pt x="27120" y="96276"/>
                      </a:cubicBezTo>
                      <a:lnTo>
                        <a:pt x="27120" y="87469"/>
                      </a:lnTo>
                      <a:cubicBezTo>
                        <a:pt x="27120" y="87287"/>
                        <a:pt x="27166" y="87134"/>
                        <a:pt x="27303" y="86997"/>
                      </a:cubicBezTo>
                      <a:lnTo>
                        <a:pt x="41031" y="73270"/>
                      </a:lnTo>
                      <a:cubicBezTo>
                        <a:pt x="41412" y="72889"/>
                        <a:pt x="41412" y="72279"/>
                        <a:pt x="41031" y="71898"/>
                      </a:cubicBezTo>
                      <a:lnTo>
                        <a:pt x="23571" y="54438"/>
                      </a:lnTo>
                      <a:cubicBezTo>
                        <a:pt x="23312" y="54194"/>
                        <a:pt x="23312" y="53768"/>
                        <a:pt x="23571" y="53509"/>
                      </a:cubicBezTo>
                      <a:lnTo>
                        <a:pt x="37862" y="39217"/>
                      </a:lnTo>
                      <a:cubicBezTo>
                        <a:pt x="37984" y="39095"/>
                        <a:pt x="38155" y="39035"/>
                        <a:pt x="38327" y="39035"/>
                      </a:cubicBezTo>
                      <a:cubicBezTo>
                        <a:pt x="38498" y="39035"/>
                        <a:pt x="38669" y="39095"/>
                        <a:pt x="38791" y="39217"/>
                      </a:cubicBezTo>
                      <a:lnTo>
                        <a:pt x="45373" y="45830"/>
                      </a:lnTo>
                      <a:cubicBezTo>
                        <a:pt x="45571" y="46013"/>
                        <a:pt x="45800" y="46119"/>
                        <a:pt x="46059" y="46119"/>
                      </a:cubicBezTo>
                      <a:cubicBezTo>
                        <a:pt x="46333" y="46119"/>
                        <a:pt x="46562" y="46013"/>
                        <a:pt x="46744" y="45830"/>
                      </a:cubicBezTo>
                      <a:lnTo>
                        <a:pt x="70055" y="22519"/>
                      </a:lnTo>
                      <a:cubicBezTo>
                        <a:pt x="70436" y="22138"/>
                        <a:pt x="70436" y="21528"/>
                        <a:pt x="70055" y="21148"/>
                      </a:cubicBezTo>
                      <a:lnTo>
                        <a:pt x="63473" y="14550"/>
                      </a:lnTo>
                      <a:cubicBezTo>
                        <a:pt x="63199" y="14307"/>
                        <a:pt x="63199" y="13895"/>
                        <a:pt x="63473" y="13621"/>
                      </a:cubicBezTo>
                      <a:lnTo>
                        <a:pt x="76881" y="213"/>
                      </a:lnTo>
                      <a:lnTo>
                        <a:pt x="7666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78000">
                      <a:schemeClr val="lt1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87" name="Google Shape;887;p22"/>
              <p:cNvGrpSpPr/>
              <p:nvPr/>
            </p:nvGrpSpPr>
            <p:grpSpPr>
              <a:xfrm>
                <a:off x="-1" y="621223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888" name="Google Shape;88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89" name="Google Shape;88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890" name="Google Shape;89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891" name="Google Shape;89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2" name="Google Shape;89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3" name="Google Shape;89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4" name="Google Shape;89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895" name="Google Shape;89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896" name="Google Shape;89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97" name="Google Shape;897;p22"/>
              <p:cNvGrpSpPr/>
              <p:nvPr/>
            </p:nvGrpSpPr>
            <p:grpSpPr>
              <a:xfrm>
                <a:off x="955673" y="11"/>
                <a:ext cx="592576" cy="405260"/>
                <a:chOff x="39722" y="4349021"/>
                <a:chExt cx="1061964" cy="726143"/>
              </a:xfrm>
            </p:grpSpPr>
            <p:grpSp>
              <p:nvGrpSpPr>
                <p:cNvPr id="898" name="Google Shape;89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899" name="Google Shape;89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00" name="Google Shape;90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01" name="Google Shape;90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2" name="Google Shape;90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3" name="Google Shape;90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4" name="Google Shape;90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05" name="Google Shape;90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06" name="Google Shape;90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07" name="Google Shape;907;p22"/>
              <p:cNvGrpSpPr/>
              <p:nvPr/>
            </p:nvGrpSpPr>
            <p:grpSpPr>
              <a:xfrm>
                <a:off x="441574" y="-36652"/>
                <a:ext cx="699940" cy="478601"/>
                <a:chOff x="39722" y="4349021"/>
                <a:chExt cx="1061964" cy="726143"/>
              </a:xfrm>
            </p:grpSpPr>
            <p:grpSp>
              <p:nvGrpSpPr>
                <p:cNvPr id="908" name="Google Shape;908;p22"/>
                <p:cNvGrpSpPr/>
                <p:nvPr/>
              </p:nvGrpSpPr>
              <p:grpSpPr>
                <a:xfrm rot="2700000">
                  <a:off x="140502" y="4460924"/>
                  <a:ext cx="524584" cy="502337"/>
                  <a:chOff x="1189791" y="-1767331"/>
                  <a:chExt cx="904284" cy="865933"/>
                </a:xfrm>
              </p:grpSpPr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1189791" y="-1767331"/>
                    <a:ext cx="904284" cy="8659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902" h="35337" extrusionOk="0">
                        <a:moveTo>
                          <a:pt x="18449" y="1"/>
                        </a:moveTo>
                        <a:cubicBezTo>
                          <a:pt x="16409" y="1"/>
                          <a:pt x="14368" y="778"/>
                          <a:pt x="12814" y="2332"/>
                        </a:cubicBezTo>
                        <a:lnTo>
                          <a:pt x="3108" y="12037"/>
                        </a:lnTo>
                        <a:cubicBezTo>
                          <a:pt x="0" y="15145"/>
                          <a:pt x="0" y="20189"/>
                          <a:pt x="3108" y="23297"/>
                        </a:cubicBezTo>
                        <a:lnTo>
                          <a:pt x="12814" y="33017"/>
                        </a:lnTo>
                        <a:cubicBezTo>
                          <a:pt x="14368" y="34564"/>
                          <a:pt x="16405" y="35337"/>
                          <a:pt x="18443" y="35337"/>
                        </a:cubicBezTo>
                        <a:cubicBezTo>
                          <a:pt x="20481" y="35337"/>
                          <a:pt x="22519" y="34564"/>
                          <a:pt x="24073" y="33017"/>
                        </a:cubicBezTo>
                        <a:lnTo>
                          <a:pt x="33794" y="23297"/>
                        </a:lnTo>
                        <a:cubicBezTo>
                          <a:pt x="36902" y="20189"/>
                          <a:pt x="36902" y="15145"/>
                          <a:pt x="33794" y="12037"/>
                        </a:cubicBezTo>
                        <a:lnTo>
                          <a:pt x="24073" y="2332"/>
                        </a:lnTo>
                        <a:cubicBezTo>
                          <a:pt x="22527" y="778"/>
                          <a:pt x="20489" y="1"/>
                          <a:pt x="18449" y="1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lt1"/>
                      </a:gs>
                      <a:gs pos="18000">
                        <a:schemeClr val="lt1"/>
                      </a:gs>
                      <a:gs pos="56000">
                        <a:srgbClr val="FFFFFF">
                          <a:alpha val="0"/>
                        </a:srgbClr>
                      </a:gs>
                      <a:gs pos="74000">
                        <a:schemeClr val="lt1"/>
                      </a:gs>
                      <a:gs pos="100000">
                        <a:srgbClr val="9900FF">
                          <a:alpha val="28627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910" name="Google Shape;910;p22"/>
                  <p:cNvGrpSpPr/>
                  <p:nvPr/>
                </p:nvGrpSpPr>
                <p:grpSpPr>
                  <a:xfrm>
                    <a:off x="1232795" y="-1740829"/>
                    <a:ext cx="717621" cy="717392"/>
                    <a:chOff x="1483457" y="3953671"/>
                    <a:chExt cx="717621" cy="717392"/>
                  </a:xfrm>
                </p:grpSpPr>
                <p:sp>
                  <p:nvSpPr>
                    <p:cNvPr id="911" name="Google Shape;911;p22"/>
                    <p:cNvSpPr/>
                    <p:nvPr/>
                  </p:nvSpPr>
                  <p:spPr>
                    <a:xfrm>
                      <a:off x="1483457" y="425726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2" name="Google Shape;912;p22"/>
                    <p:cNvSpPr/>
                    <p:nvPr/>
                  </p:nvSpPr>
                  <p:spPr>
                    <a:xfrm>
                      <a:off x="1559470" y="418148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0" y="382"/>
                          </a:lnTo>
                          <a:lnTo>
                            <a:pt x="26739" y="27121"/>
                          </a:lnTo>
                          <a:lnTo>
                            <a:pt x="27120" y="26740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3" name="Google Shape;913;p22"/>
                    <p:cNvSpPr/>
                    <p:nvPr/>
                  </p:nvSpPr>
                  <p:spPr>
                    <a:xfrm>
                      <a:off x="1635483" y="4105239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66" y="1"/>
                          </a:moveTo>
                          <a:lnTo>
                            <a:pt x="1" y="381"/>
                          </a:lnTo>
                          <a:lnTo>
                            <a:pt x="26740" y="27120"/>
                          </a:lnTo>
                          <a:lnTo>
                            <a:pt x="27121" y="26755"/>
                          </a:lnTo>
                          <a:lnTo>
                            <a:pt x="366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4" name="Google Shape;914;p22"/>
                    <p:cNvSpPr/>
                    <p:nvPr/>
                  </p:nvSpPr>
                  <p:spPr>
                    <a:xfrm>
                      <a:off x="1711267" y="4029455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1" y="1"/>
                          </a:moveTo>
                          <a:lnTo>
                            <a:pt x="0" y="382"/>
                          </a:lnTo>
                          <a:lnTo>
                            <a:pt x="26755" y="27121"/>
                          </a:lnTo>
                          <a:lnTo>
                            <a:pt x="27120" y="26755"/>
                          </a:lnTo>
                          <a:lnTo>
                            <a:pt x="381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915" name="Google Shape;915;p22"/>
                    <p:cNvSpPr/>
                    <p:nvPr/>
                  </p:nvSpPr>
                  <p:spPr>
                    <a:xfrm>
                      <a:off x="1787280" y="3953671"/>
                      <a:ext cx="413799" cy="41379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121" h="27121" extrusionOk="0">
                          <a:moveTo>
                            <a:pt x="382" y="1"/>
                          </a:moveTo>
                          <a:lnTo>
                            <a:pt x="1" y="382"/>
                          </a:lnTo>
                          <a:lnTo>
                            <a:pt x="26740" y="27121"/>
                          </a:lnTo>
                          <a:lnTo>
                            <a:pt x="27121" y="26740"/>
                          </a:lnTo>
                          <a:lnTo>
                            <a:pt x="382" y="1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9900FF">
                            <a:alpha val="46667"/>
                            <a:alpha val="46820"/>
                          </a:srgbClr>
                        </a:gs>
                        <a:gs pos="100000">
                          <a:srgbClr val="FFFFFF">
                            <a:alpha val="0"/>
                            <a:alpha val="46820"/>
                          </a:srgbClr>
                        </a:gs>
                      </a:gsLst>
                      <a:lin ang="5400700" scaled="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  <p:sp>
              <p:nvSpPr>
                <p:cNvPr id="916" name="Google Shape;916;p22"/>
                <p:cNvSpPr/>
                <p:nvPr/>
              </p:nvSpPr>
              <p:spPr>
                <a:xfrm rot="-2700000">
                  <a:off x="542534" y="4469276"/>
                  <a:ext cx="492898" cy="391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612" h="35440" extrusionOk="0">
                      <a:moveTo>
                        <a:pt x="40817" y="1"/>
                      </a:moveTo>
                      <a:lnTo>
                        <a:pt x="37420" y="3383"/>
                      </a:lnTo>
                      <a:lnTo>
                        <a:pt x="41213" y="7177"/>
                      </a:lnTo>
                      <a:lnTo>
                        <a:pt x="44611" y="3779"/>
                      </a:lnTo>
                      <a:lnTo>
                        <a:pt x="40817" y="1"/>
                      </a:lnTo>
                      <a:close/>
                      <a:moveTo>
                        <a:pt x="22184" y="4099"/>
                      </a:moveTo>
                      <a:lnTo>
                        <a:pt x="18801" y="7482"/>
                      </a:lnTo>
                      <a:lnTo>
                        <a:pt x="22595" y="11275"/>
                      </a:lnTo>
                      <a:lnTo>
                        <a:pt x="25978" y="7878"/>
                      </a:lnTo>
                      <a:lnTo>
                        <a:pt x="22184" y="4099"/>
                      </a:lnTo>
                      <a:close/>
                      <a:moveTo>
                        <a:pt x="15983" y="10300"/>
                      </a:moveTo>
                      <a:lnTo>
                        <a:pt x="12585" y="13698"/>
                      </a:lnTo>
                      <a:lnTo>
                        <a:pt x="16379" y="17476"/>
                      </a:lnTo>
                      <a:lnTo>
                        <a:pt x="19776" y="14094"/>
                      </a:lnTo>
                      <a:lnTo>
                        <a:pt x="15983" y="10300"/>
                      </a:lnTo>
                      <a:close/>
                      <a:moveTo>
                        <a:pt x="9431" y="16852"/>
                      </a:moveTo>
                      <a:lnTo>
                        <a:pt x="6034" y="20249"/>
                      </a:lnTo>
                      <a:lnTo>
                        <a:pt x="15190" y="29406"/>
                      </a:lnTo>
                      <a:lnTo>
                        <a:pt x="18588" y="26008"/>
                      </a:lnTo>
                      <a:lnTo>
                        <a:pt x="9431" y="16852"/>
                      </a:lnTo>
                      <a:close/>
                      <a:moveTo>
                        <a:pt x="3383" y="22885"/>
                      </a:moveTo>
                      <a:lnTo>
                        <a:pt x="0" y="26283"/>
                      </a:lnTo>
                      <a:lnTo>
                        <a:pt x="9157" y="35440"/>
                      </a:lnTo>
                      <a:lnTo>
                        <a:pt x="12555" y="32057"/>
                      </a:lnTo>
                      <a:lnTo>
                        <a:pt x="3383" y="2288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17" name="Google Shape;917;p22"/>
              <p:cNvGrpSpPr/>
              <p:nvPr/>
            </p:nvGrpSpPr>
            <p:grpSpPr>
              <a:xfrm>
                <a:off x="-494406" y="-252396"/>
                <a:ext cx="1741563" cy="1288563"/>
                <a:chOff x="-494406" y="-252396"/>
                <a:chExt cx="1741563" cy="1288563"/>
              </a:xfrm>
            </p:grpSpPr>
            <p:sp>
              <p:nvSpPr>
                <p:cNvPr id="918" name="Google Shape;918;p22"/>
                <p:cNvSpPr/>
                <p:nvPr/>
              </p:nvSpPr>
              <p:spPr>
                <a:xfrm rot="2700000">
                  <a:off x="137431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 rot="2700000">
                  <a:off x="-315569" y="-53821"/>
                  <a:ext cx="930891" cy="8914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0C0A9E">
                        <a:alpha val="2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20" name="Google Shape;920;p22"/>
            <p:cNvGrpSpPr/>
            <p:nvPr/>
          </p:nvGrpSpPr>
          <p:grpSpPr>
            <a:xfrm>
              <a:off x="5643425" y="4968525"/>
              <a:ext cx="439200" cy="439100"/>
              <a:chOff x="1101075" y="2142375"/>
              <a:chExt cx="439200" cy="439100"/>
            </a:xfrm>
          </p:grpSpPr>
          <p:sp>
            <p:nvSpPr>
              <p:cNvPr id="921" name="Google Shape;921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23" name="Google Shape;92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4" name="Google Shape;924;p22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4290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925" name="Google Shape;925;p22"/>
          <p:cNvSpPr txBox="1">
            <a:spLocks noGrp="1"/>
          </p:cNvSpPr>
          <p:nvPr>
            <p:ph type="body" idx="2"/>
          </p:nvPr>
        </p:nvSpPr>
        <p:spPr>
          <a:xfrm>
            <a:off x="5249025" y="1139550"/>
            <a:ext cx="3174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191919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926" name="Google Shape;926;p22"/>
          <p:cNvGrpSpPr/>
          <p:nvPr/>
        </p:nvGrpSpPr>
        <p:grpSpPr>
          <a:xfrm>
            <a:off x="-913829" y="-2335097"/>
            <a:ext cx="5022161" cy="4764814"/>
            <a:chOff x="-837629" y="-2258897"/>
            <a:chExt cx="5022161" cy="4764814"/>
          </a:xfrm>
        </p:grpSpPr>
        <p:grpSp>
          <p:nvGrpSpPr>
            <p:cNvPr id="927" name="Google Shape;927;p22"/>
            <p:cNvGrpSpPr/>
            <p:nvPr/>
          </p:nvGrpSpPr>
          <p:grpSpPr>
            <a:xfrm>
              <a:off x="-837629" y="-736613"/>
              <a:ext cx="1989039" cy="1471668"/>
              <a:chOff x="-494406" y="-252396"/>
              <a:chExt cx="1741563" cy="1288563"/>
            </a:xfrm>
          </p:grpSpPr>
          <p:sp>
            <p:nvSpPr>
              <p:cNvPr id="928" name="Google Shape;928;p22"/>
              <p:cNvSpPr/>
              <p:nvPr/>
            </p:nvSpPr>
            <p:spPr>
              <a:xfrm rot="2700000">
                <a:off x="137431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2"/>
              <p:cNvSpPr/>
              <p:nvPr/>
            </p:nvSpPr>
            <p:spPr>
              <a:xfrm rot="2700000">
                <a:off x="-315569" y="-53821"/>
                <a:ext cx="930891" cy="891412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18000">
                    <a:schemeClr val="lt1"/>
                  </a:gs>
                  <a:gs pos="56000">
                    <a:srgbClr val="FFFFFF">
                      <a:alpha val="0"/>
                    </a:srgbClr>
                  </a:gs>
                  <a:gs pos="74000">
                    <a:schemeClr val="lt1"/>
                  </a:gs>
                  <a:gs pos="100000">
                    <a:srgbClr val="0C0A9E">
                      <a:alpha val="2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0" name="Google Shape;930;p22"/>
            <p:cNvGrpSpPr/>
            <p:nvPr/>
          </p:nvGrpSpPr>
          <p:grpSpPr>
            <a:xfrm rot="-8100000">
              <a:off x="344623" y="-1788220"/>
              <a:ext cx="2915004" cy="3823461"/>
              <a:chOff x="2976325" y="908175"/>
              <a:chExt cx="4028179" cy="5283555"/>
            </a:xfrm>
          </p:grpSpPr>
          <p:sp>
            <p:nvSpPr>
              <p:cNvPr id="931" name="Google Shape;931;p22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4" name="Google Shape;934;p22"/>
            <p:cNvGrpSpPr/>
            <p:nvPr/>
          </p:nvGrpSpPr>
          <p:grpSpPr>
            <a:xfrm>
              <a:off x="-272968" y="261330"/>
              <a:ext cx="799446" cy="546640"/>
              <a:chOff x="39722" y="4349021"/>
              <a:chExt cx="1061964" cy="726143"/>
            </a:xfrm>
          </p:grpSpPr>
          <p:grpSp>
            <p:nvGrpSpPr>
              <p:cNvPr id="935" name="Google Shape;935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36" name="Google Shape;936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37" name="Google Shape;937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38" name="Google Shape;938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9" name="Google Shape;939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0" name="Google Shape;940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1" name="Google Shape;941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42" name="Google Shape;942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3" name="Google Shape;943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>
            <a:off x="-224248" y="3297090"/>
            <a:ext cx="605804" cy="2417785"/>
            <a:chOff x="-224248" y="3297090"/>
            <a:chExt cx="605804" cy="2417785"/>
          </a:xfrm>
        </p:grpSpPr>
        <p:grpSp>
          <p:nvGrpSpPr>
            <p:cNvPr id="945" name="Google Shape;945;p22"/>
            <p:cNvGrpSpPr/>
            <p:nvPr/>
          </p:nvGrpSpPr>
          <p:grpSpPr>
            <a:xfrm>
              <a:off x="143770" y="3630885"/>
              <a:ext cx="237785" cy="2083990"/>
              <a:chOff x="1040050" y="3812126"/>
              <a:chExt cx="208200" cy="1824700"/>
            </a:xfrm>
          </p:grpSpPr>
          <p:sp>
            <p:nvSpPr>
              <p:cNvPr id="946" name="Google Shape;946;p22"/>
              <p:cNvSpPr/>
              <p:nvPr/>
            </p:nvSpPr>
            <p:spPr>
              <a:xfrm>
                <a:off x="1040050" y="3812126"/>
                <a:ext cx="12550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22"/>
              <p:cNvSpPr/>
              <p:nvPr/>
            </p:nvSpPr>
            <p:spPr>
              <a:xfrm>
                <a:off x="1235741" y="3812126"/>
                <a:ext cx="12509" cy="1824700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48" name="Google Shape;948;p22"/>
            <p:cNvGrpSpPr/>
            <p:nvPr/>
          </p:nvGrpSpPr>
          <p:grpSpPr>
            <a:xfrm rot="10800000">
              <a:off x="-224248" y="3297090"/>
              <a:ext cx="439200" cy="439100"/>
              <a:chOff x="1101075" y="2142375"/>
              <a:chExt cx="439200" cy="439100"/>
            </a:xfrm>
          </p:grpSpPr>
          <p:sp>
            <p:nvSpPr>
              <p:cNvPr id="949" name="Google Shape;949;p2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51" name="Google Shape;951;p22"/>
          <p:cNvGrpSpPr/>
          <p:nvPr/>
        </p:nvGrpSpPr>
        <p:grpSpPr>
          <a:xfrm>
            <a:off x="3585480" y="-1456810"/>
            <a:ext cx="3681465" cy="2759625"/>
            <a:chOff x="3585480" y="-1380610"/>
            <a:chExt cx="3681465" cy="2759625"/>
          </a:xfrm>
        </p:grpSpPr>
        <p:pic>
          <p:nvPicPr>
            <p:cNvPr id="952" name="Google Shape;952;p22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10800000" flipH="1">
              <a:off x="3585480" y="-1380610"/>
              <a:ext cx="3615750" cy="275962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53" name="Google Shape;953;p22"/>
            <p:cNvGrpSpPr/>
            <p:nvPr/>
          </p:nvGrpSpPr>
          <p:grpSpPr>
            <a:xfrm>
              <a:off x="6590156" y="-232440"/>
              <a:ext cx="676790" cy="462843"/>
              <a:chOff x="39722" y="4349021"/>
              <a:chExt cx="1061964" cy="726143"/>
            </a:xfrm>
          </p:grpSpPr>
          <p:grpSp>
            <p:nvGrpSpPr>
              <p:cNvPr id="954" name="Google Shape;95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55" name="Google Shape;95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56" name="Google Shape;95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57" name="Google Shape;95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9" name="Google Shape;95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0" name="Google Shape;96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1" name="Google Shape;96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62" name="Google Shape;96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3" name="Google Shape;963;p22"/>
            <p:cNvGrpSpPr/>
            <p:nvPr/>
          </p:nvGrpSpPr>
          <p:grpSpPr>
            <a:xfrm>
              <a:off x="6003005" y="-274104"/>
              <a:ext cx="799446" cy="546640"/>
              <a:chOff x="39722" y="4349021"/>
              <a:chExt cx="1061964" cy="726143"/>
            </a:xfrm>
          </p:grpSpPr>
          <p:grpSp>
            <p:nvGrpSpPr>
              <p:cNvPr id="964" name="Google Shape;964;p2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965" name="Google Shape;965;p2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66" name="Google Shape;966;p2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967" name="Google Shape;967;p2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8" name="Google Shape;968;p2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69" name="Google Shape;969;p2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0" name="Google Shape;970;p2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71" name="Google Shape;971;p2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7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72" name="Google Shape;972;p2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4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7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9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5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7" r:id="rId5"/>
    <p:sldLayoutId id="2147483658" r:id="rId6"/>
    <p:sldLayoutId id="2147483663" r:id="rId7"/>
    <p:sldLayoutId id="2147483665" r:id="rId8"/>
    <p:sldLayoutId id="2147483666" r:id="rId9"/>
    <p:sldLayoutId id="2147483667" r:id="rId10"/>
    <p:sldLayoutId id="2147483668" r:id="rId11"/>
    <p:sldLayoutId id="2147483670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503273" y="2480929"/>
            <a:ext cx="5868981" cy="23391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/>
              <a:t>MACHINE LEARNING PROJECT.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PREDICTING WHETHER A MESSAGE IS SPAM OR HAM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USING NATURAL LANGUAGE PROCESSING(NLP) AND MACHINE LEARNING.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DATASET CONTAINS 5,572 MESSAGES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436916"/>
            <a:ext cx="6974700" cy="213483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50000"/>
                  </a:schemeClr>
                </a:solidFill>
              </a:rPr>
              <a:t>SPAM MAIL PREDICTION</a:t>
            </a:r>
            <a:endParaRPr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CCF9A98-C942-87C1-92F9-5205D55C9E85}"/>
              </a:ext>
            </a:extLst>
          </p:cNvPr>
          <p:cNvSpPr txBox="1"/>
          <p:nvPr/>
        </p:nvSpPr>
        <p:spPr>
          <a:xfrm>
            <a:off x="6980884" y="4313856"/>
            <a:ext cx="1864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2">
                    <a:lumMod val="75000"/>
                  </a:schemeClr>
                </a:solidFill>
              </a:rPr>
              <a:t>BY ATFA KHAN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1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4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2000"/>
                                        <p:tgtEl>
                                          <p:spTgt spid="14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14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0" grpId="0" build="allAtOnce"/>
      <p:bldP spid="1431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458" name="Google Shape;1458;p36"/>
          <p:cNvSpPr txBox="1">
            <a:spLocks noGrp="1"/>
          </p:cNvSpPr>
          <p:nvPr>
            <p:ph type="body" idx="1"/>
          </p:nvPr>
        </p:nvSpPr>
        <p:spPr>
          <a:xfrm>
            <a:off x="720000" y="1139551"/>
            <a:ext cx="8083758" cy="364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</a:rPr>
              <a:t>Spam messages are unwanted or suspicious messages.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</a:rPr>
              <a:t>Spam detection helps identify such messages automatically.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</a:rPr>
              <a:t>Machine Learning can learn patterns from previous messages.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dk1"/>
                </a:solidFill>
              </a:rPr>
              <a:t>This project predicts whether a message is Spam or Ham.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sz="1800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1460" name="Google Shape;1460;p36"/>
          <p:cNvSpPr txBox="1"/>
          <p:nvPr/>
        </p:nvSpPr>
        <p:spPr>
          <a:xfrm>
            <a:off x="713222" y="4133675"/>
            <a:ext cx="385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1" name="Google Shape;1461;p36"/>
          <p:cNvSpPr txBox="1"/>
          <p:nvPr/>
        </p:nvSpPr>
        <p:spPr>
          <a:xfrm>
            <a:off x="4369000" y="4133675"/>
            <a:ext cx="406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7" grpId="0"/>
      <p:bldP spid="1458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8"/>
          <p:cNvSpPr txBox="1">
            <a:spLocks noGrp="1"/>
          </p:cNvSpPr>
          <p:nvPr>
            <p:ph type="title" idx="2"/>
          </p:nvPr>
        </p:nvSpPr>
        <p:spPr>
          <a:xfrm>
            <a:off x="720000" y="245651"/>
            <a:ext cx="1133583" cy="100340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4" name="Google Shape;1484;p38"/>
          <p:cNvSpPr txBox="1">
            <a:spLocks noGrp="1"/>
          </p:cNvSpPr>
          <p:nvPr>
            <p:ph type="subTitle" idx="1"/>
          </p:nvPr>
        </p:nvSpPr>
        <p:spPr>
          <a:xfrm>
            <a:off x="720000" y="1998920"/>
            <a:ext cx="7590478" cy="28875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Dataset contains 5,572 messages.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It has 2 columns: Category and Message.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Ham represents a normal message.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I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Spam represents a spam message. </a:t>
            </a:r>
            <a:endParaRPr sz="2000" dirty="0"/>
          </a:p>
        </p:txBody>
      </p:sp>
      <p:grpSp>
        <p:nvGrpSpPr>
          <p:cNvPr id="1485" name="Google Shape;1485;p38"/>
          <p:cNvGrpSpPr/>
          <p:nvPr/>
        </p:nvGrpSpPr>
        <p:grpSpPr>
          <a:xfrm>
            <a:off x="279183" y="3791903"/>
            <a:ext cx="3151589" cy="1276148"/>
            <a:chOff x="-374387" y="3354325"/>
            <a:chExt cx="3922590" cy="2969900"/>
          </a:xfrm>
        </p:grpSpPr>
        <p:pic>
          <p:nvPicPr>
            <p:cNvPr id="1486" name="Google Shape;1486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-374387" y="3354325"/>
              <a:ext cx="3891276" cy="2969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87" name="Google Shape;1487;p38"/>
            <p:cNvGrpSpPr/>
            <p:nvPr/>
          </p:nvGrpSpPr>
          <p:grpSpPr>
            <a:xfrm>
              <a:off x="1853583" y="4445557"/>
              <a:ext cx="1694620" cy="1360169"/>
              <a:chOff x="7945225" y="4302000"/>
              <a:chExt cx="904666" cy="726121"/>
            </a:xfrm>
          </p:grpSpPr>
          <p:sp>
            <p:nvSpPr>
              <p:cNvPr id="1488" name="Google Shape;1488;p38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8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8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91" name="Google Shape;1491;p38"/>
          <p:cNvSpPr txBox="1">
            <a:spLocks noGrp="1"/>
          </p:cNvSpPr>
          <p:nvPr>
            <p:ph type="title"/>
          </p:nvPr>
        </p:nvSpPr>
        <p:spPr>
          <a:xfrm>
            <a:off x="720000" y="47311"/>
            <a:ext cx="7311126" cy="148848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DESCRIPTION</a:t>
            </a:r>
            <a:endParaRPr dirty="0"/>
          </a:p>
        </p:txBody>
      </p:sp>
      <p:grpSp>
        <p:nvGrpSpPr>
          <p:cNvPr id="1492" name="Google Shape;1492;p38"/>
          <p:cNvGrpSpPr/>
          <p:nvPr/>
        </p:nvGrpSpPr>
        <p:grpSpPr>
          <a:xfrm>
            <a:off x="6487513" y="-1301175"/>
            <a:ext cx="4268216" cy="6666030"/>
            <a:chOff x="6128138" y="-1301175"/>
            <a:chExt cx="4268216" cy="6666030"/>
          </a:xfrm>
        </p:grpSpPr>
        <p:sp>
          <p:nvSpPr>
            <p:cNvPr id="1493" name="Google Shape;1493;p38"/>
            <p:cNvSpPr/>
            <p:nvPr/>
          </p:nvSpPr>
          <p:spPr>
            <a:xfrm>
              <a:off x="6368175" y="103161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8"/>
            <p:cNvSpPr/>
            <p:nvPr/>
          </p:nvSpPr>
          <p:spPr>
            <a:xfrm>
              <a:off x="6711143" y="81300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8"/>
            <p:cNvSpPr/>
            <p:nvPr/>
          </p:nvSpPr>
          <p:spPr>
            <a:xfrm>
              <a:off x="7243039" y="2456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8"/>
            <p:cNvSpPr/>
            <p:nvPr/>
          </p:nvSpPr>
          <p:spPr>
            <a:xfrm>
              <a:off x="6875804" y="622450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8"/>
            <p:cNvSpPr/>
            <p:nvPr/>
          </p:nvSpPr>
          <p:spPr>
            <a:xfrm>
              <a:off x="6573850" y="621225"/>
              <a:ext cx="1860443" cy="4595326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498" name="Google Shape;1498;p38"/>
            <p:cNvPicPr preferRelativeResize="0"/>
            <p:nvPr/>
          </p:nvPicPr>
          <p:blipFill rotWithShape="1">
            <a:blip r:embed="rId3">
              <a:alphaModFix/>
            </a:blip>
            <a:srcRect l="16960" t="24719" r="7121" b="26177"/>
            <a:stretch/>
          </p:blipFill>
          <p:spPr>
            <a:xfrm>
              <a:off x="6128138" y="-1301175"/>
              <a:ext cx="4198516" cy="32044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99" name="Google Shape;1499;p38"/>
            <p:cNvGrpSpPr/>
            <p:nvPr/>
          </p:nvGrpSpPr>
          <p:grpSpPr>
            <a:xfrm rot="5400000">
              <a:off x="7873341" y="4254316"/>
              <a:ext cx="708100" cy="708500"/>
              <a:chOff x="3678700" y="407275"/>
              <a:chExt cx="708100" cy="708500"/>
            </a:xfrm>
          </p:grpSpPr>
          <p:sp>
            <p:nvSpPr>
              <p:cNvPr id="1500" name="Google Shape;1500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7" name="Google Shape;1507;p38"/>
            <p:cNvGrpSpPr/>
            <p:nvPr/>
          </p:nvGrpSpPr>
          <p:grpSpPr>
            <a:xfrm rot="5400000">
              <a:off x="8639847" y="3354200"/>
              <a:ext cx="457787" cy="458045"/>
              <a:chOff x="3678700" y="407275"/>
              <a:chExt cx="708100" cy="708500"/>
            </a:xfrm>
          </p:grpSpPr>
          <p:sp>
            <p:nvSpPr>
              <p:cNvPr id="1508" name="Google Shape;1508;p38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8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8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8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8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8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8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5" name="Google Shape;1515;p38"/>
            <p:cNvGrpSpPr/>
            <p:nvPr/>
          </p:nvGrpSpPr>
          <p:grpSpPr>
            <a:xfrm>
              <a:off x="7787267" y="539497"/>
              <a:ext cx="208184" cy="208184"/>
              <a:chOff x="8356813" y="1074288"/>
              <a:chExt cx="351900" cy="351900"/>
            </a:xfrm>
          </p:grpSpPr>
          <p:sp>
            <p:nvSpPr>
              <p:cNvPr id="1516" name="Google Shape;1516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18" name="Google Shape;1518;p38"/>
            <p:cNvGrpSpPr/>
            <p:nvPr/>
          </p:nvGrpSpPr>
          <p:grpSpPr>
            <a:xfrm>
              <a:off x="7194842" y="2467660"/>
              <a:ext cx="208184" cy="208184"/>
              <a:chOff x="8356813" y="1074288"/>
              <a:chExt cx="351900" cy="351900"/>
            </a:xfrm>
          </p:grpSpPr>
          <p:sp>
            <p:nvSpPr>
              <p:cNvPr id="1519" name="Google Shape;1519;p38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8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21" name="Google Shape;1521;p38"/>
            <p:cNvSpPr/>
            <p:nvPr/>
          </p:nvSpPr>
          <p:spPr>
            <a:xfrm>
              <a:off x="7095150" y="4164050"/>
              <a:ext cx="147900" cy="147900"/>
            </a:xfrm>
            <a:prstGeom prst="ellipse">
              <a:avLst/>
            </a:pr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3" grpId="0"/>
      <p:bldP spid="149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1125891"/>
            <a:ext cx="7704000" cy="7525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PREPROCESSING</a:t>
            </a:r>
            <a:endParaRPr dirty="0"/>
          </a:p>
        </p:txBody>
      </p:sp>
      <p:sp>
        <p:nvSpPr>
          <p:cNvPr id="1531" name="Google Shape;1531;p3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2122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7055944" cy="2345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Loaded the SMS messages dataset.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Converted ham and spam into numerical values.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Ham=0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Spam=1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Prepared the text data for Macine Learning.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2000" dirty="0"/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0" grpId="0"/>
      <p:bldP spid="1532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42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8267742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b="1" dirty="0"/>
              <a:t>Dataset &gt; Data Preparation&gt;TF-IDF&gt;Train/Test Split&gt; Model Training&gt;Prediction&gt;Evaluation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Messages were divided into training and testing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TF-IDF was used to convert text into numerical features.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Machine Learning models were trained using the processed data.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" sz="2000" dirty="0"/>
          </a:p>
        </p:txBody>
      </p:sp>
      <p:sp>
        <p:nvSpPr>
          <p:cNvPr id="1666" name="Google Shape;1666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8" grpId="0" build="allAtOnce"/>
      <p:bldP spid="16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47"/>
          <p:cNvSpPr txBox="1">
            <a:spLocks noGrp="1"/>
          </p:cNvSpPr>
          <p:nvPr>
            <p:ph type="title"/>
          </p:nvPr>
        </p:nvSpPr>
        <p:spPr>
          <a:xfrm>
            <a:off x="713225" y="228903"/>
            <a:ext cx="6576000" cy="9722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TF-IDF</a:t>
            </a:r>
            <a:endParaRPr dirty="0"/>
          </a:p>
        </p:txBody>
      </p:sp>
      <p:sp>
        <p:nvSpPr>
          <p:cNvPr id="1857" name="Google Shape;1857;p47"/>
          <p:cNvSpPr txBox="1">
            <a:spLocks noGrp="1"/>
          </p:cNvSpPr>
          <p:nvPr>
            <p:ph type="subTitle" idx="1"/>
          </p:nvPr>
        </p:nvSpPr>
        <p:spPr>
          <a:xfrm>
            <a:off x="185980" y="1333922"/>
            <a:ext cx="8448571" cy="3192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TF-IDF stands for Term Frequecy-Inverse Document Frequency.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It converts text messages into numerical values.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Important words rec</a:t>
            </a:r>
            <a:r>
              <a:rPr lang="en-IN" sz="2000" dirty="0" err="1"/>
              <a:t>ei</a:t>
            </a:r>
            <a:r>
              <a:rPr lang="en" sz="2000" dirty="0"/>
              <a:t>ve higher importance.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This allows the Machine Learning model to work with text data.</a:t>
            </a:r>
            <a:endParaRPr sz="2000" dirty="0"/>
          </a:p>
        </p:txBody>
      </p:sp>
      <p:grpSp>
        <p:nvGrpSpPr>
          <p:cNvPr id="1858" name="Google Shape;1858;p47"/>
          <p:cNvGrpSpPr/>
          <p:nvPr/>
        </p:nvGrpSpPr>
        <p:grpSpPr>
          <a:xfrm>
            <a:off x="6527600" y="-628478"/>
            <a:ext cx="5128253" cy="6694378"/>
            <a:chOff x="6222800" y="-628478"/>
            <a:chExt cx="5128253" cy="6694378"/>
          </a:xfrm>
        </p:grpSpPr>
        <p:pic>
          <p:nvPicPr>
            <p:cNvPr id="1859" name="Google Shape;1859;p47"/>
            <p:cNvPicPr preferRelativeResize="0"/>
            <p:nvPr/>
          </p:nvPicPr>
          <p:blipFill rotWithShape="1">
            <a:blip r:embed="rId3">
              <a:alphaModFix/>
            </a:blip>
            <a:srcRect t="17657" b="17664"/>
            <a:stretch/>
          </p:blipFill>
          <p:spPr>
            <a:xfrm>
              <a:off x="7517168" y="-628478"/>
              <a:ext cx="3082266" cy="2352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60" name="Google Shape;1860;p47"/>
            <p:cNvPicPr preferRelativeResize="0"/>
            <p:nvPr/>
          </p:nvPicPr>
          <p:blipFill rotWithShape="1">
            <a:blip r:embed="rId4">
              <a:alphaModFix/>
            </a:blip>
            <a:srcRect l="16960" t="24719" r="7121" b="26177"/>
            <a:stretch/>
          </p:blipFill>
          <p:spPr>
            <a:xfrm>
              <a:off x="6714900" y="3028141"/>
              <a:ext cx="3980176" cy="30377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1" name="Google Shape;1861;p47"/>
            <p:cNvSpPr/>
            <p:nvPr/>
          </p:nvSpPr>
          <p:spPr>
            <a:xfrm rot="10800000">
              <a:off x="7698559" y="2460647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7"/>
            <p:cNvSpPr/>
            <p:nvPr/>
          </p:nvSpPr>
          <p:spPr>
            <a:xfrm rot="10800000">
              <a:off x="7899688" y="2461423"/>
              <a:ext cx="1239218" cy="2912943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7"/>
            <p:cNvSpPr/>
            <p:nvPr/>
          </p:nvSpPr>
          <p:spPr>
            <a:xfrm>
              <a:off x="6222800" y="-628462"/>
              <a:ext cx="3980181" cy="6461569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7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64" name="Google Shape;1864;p47"/>
            <p:cNvGrpSpPr/>
            <p:nvPr/>
          </p:nvGrpSpPr>
          <p:grpSpPr>
            <a:xfrm>
              <a:off x="6794737" y="4179460"/>
              <a:ext cx="734664" cy="735137"/>
              <a:chOff x="959750" y="3039275"/>
              <a:chExt cx="582050" cy="582425"/>
            </a:xfrm>
          </p:grpSpPr>
          <p:sp>
            <p:nvSpPr>
              <p:cNvPr id="1865" name="Google Shape;1865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Google Shape;1867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Google Shape;1868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Google Shape;1869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Google Shape;1870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Google Shape;1871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2" name="Google Shape;1872;p47"/>
            <p:cNvGrpSpPr/>
            <p:nvPr/>
          </p:nvGrpSpPr>
          <p:grpSpPr>
            <a:xfrm>
              <a:off x="8128313" y="1310040"/>
              <a:ext cx="169158" cy="169158"/>
              <a:chOff x="8356813" y="1074288"/>
              <a:chExt cx="351900" cy="351900"/>
            </a:xfrm>
          </p:grpSpPr>
          <p:sp>
            <p:nvSpPr>
              <p:cNvPr id="1873" name="Google Shape;1873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Google Shape;1874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5" name="Google Shape;1875;p47"/>
            <p:cNvGrpSpPr/>
            <p:nvPr/>
          </p:nvGrpSpPr>
          <p:grpSpPr>
            <a:xfrm>
              <a:off x="7360240" y="2075006"/>
              <a:ext cx="169158" cy="169158"/>
              <a:chOff x="8356813" y="1074288"/>
              <a:chExt cx="351900" cy="351900"/>
            </a:xfrm>
          </p:grpSpPr>
          <p:sp>
            <p:nvSpPr>
              <p:cNvPr id="1876" name="Google Shape;1876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Google Shape;1877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8" name="Google Shape;1878;p47"/>
            <p:cNvGrpSpPr/>
            <p:nvPr/>
          </p:nvGrpSpPr>
          <p:grpSpPr>
            <a:xfrm>
              <a:off x="8233587" y="3028150"/>
              <a:ext cx="169158" cy="169158"/>
              <a:chOff x="8356813" y="1074288"/>
              <a:chExt cx="351900" cy="351900"/>
            </a:xfrm>
          </p:grpSpPr>
          <p:sp>
            <p:nvSpPr>
              <p:cNvPr id="1879" name="Google Shape;1879;p47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Google Shape;1880;p47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7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1" name="Google Shape;1881;p47"/>
            <p:cNvSpPr/>
            <p:nvPr/>
          </p:nvSpPr>
          <p:spPr>
            <a:xfrm>
              <a:off x="8754821" y="2763320"/>
              <a:ext cx="606949" cy="600556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82" name="Google Shape;1882;p47"/>
            <p:cNvGrpSpPr/>
            <p:nvPr/>
          </p:nvGrpSpPr>
          <p:grpSpPr>
            <a:xfrm>
              <a:off x="8782808" y="2723340"/>
              <a:ext cx="883449" cy="2083923"/>
              <a:chOff x="8337812" y="3492483"/>
              <a:chExt cx="699928" cy="1651024"/>
            </a:xfrm>
          </p:grpSpPr>
          <p:sp>
            <p:nvSpPr>
              <p:cNvPr id="1883" name="Google Shape;1883;p47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Google Shape;1884;p47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Google Shape;1885;p47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5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6" name="Google Shape;1886;p47"/>
            <p:cNvGrpSpPr/>
            <p:nvPr/>
          </p:nvGrpSpPr>
          <p:grpSpPr>
            <a:xfrm>
              <a:off x="8215673" y="4178313"/>
              <a:ext cx="1141869" cy="916509"/>
              <a:chOff x="7945225" y="4302000"/>
              <a:chExt cx="904666" cy="726121"/>
            </a:xfrm>
          </p:grpSpPr>
          <p:sp>
            <p:nvSpPr>
              <p:cNvPr id="1887" name="Google Shape;1887;p4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Google Shape;1888;p4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Google Shape;1889;p4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90" name="Google Shape;1890;p47"/>
            <p:cNvSpPr/>
            <p:nvPr/>
          </p:nvSpPr>
          <p:spPr>
            <a:xfrm rot="5400000">
              <a:off x="8491754" y="37142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1" name="Google Shape;1891;p47"/>
            <p:cNvGrpSpPr/>
            <p:nvPr/>
          </p:nvGrpSpPr>
          <p:grpSpPr>
            <a:xfrm>
              <a:off x="7774724" y="3187835"/>
              <a:ext cx="734664" cy="735137"/>
              <a:chOff x="959750" y="3039275"/>
              <a:chExt cx="582050" cy="582425"/>
            </a:xfrm>
          </p:grpSpPr>
          <p:sp>
            <p:nvSpPr>
              <p:cNvPr id="1892" name="Google Shape;1892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Google Shape;1893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Google Shape;1894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Google Shape;1895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Google Shape;1896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Google Shape;1897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Google Shape;1898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9" name="Google Shape;1899;p47"/>
            <p:cNvGrpSpPr/>
            <p:nvPr/>
          </p:nvGrpSpPr>
          <p:grpSpPr>
            <a:xfrm>
              <a:off x="7625399" y="3691035"/>
              <a:ext cx="734664" cy="735137"/>
              <a:chOff x="959750" y="3039275"/>
              <a:chExt cx="582050" cy="582425"/>
            </a:xfrm>
          </p:grpSpPr>
          <p:sp>
            <p:nvSpPr>
              <p:cNvPr id="1900" name="Google Shape;1900;p47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Google Shape;1901;p47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Google Shape;1902;p47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Google Shape;1903;p47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Google Shape;1904;p47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Google Shape;1905;p47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Google Shape;1906;p47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07" name="Google Shape;1907;p47"/>
            <p:cNvSpPr/>
            <p:nvPr/>
          </p:nvSpPr>
          <p:spPr>
            <a:xfrm rot="5400000">
              <a:off x="8666054" y="247478"/>
              <a:ext cx="1793675" cy="3576323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6" grpId="0"/>
      <p:bldP spid="1857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Google Shape;3159;p6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MACHINE LEARNING MODELS</a:t>
            </a:r>
            <a:endParaRPr dirty="0"/>
          </a:p>
        </p:txBody>
      </p:sp>
      <p:sp>
        <p:nvSpPr>
          <p:cNvPr id="3160" name="Google Shape;3160;p67"/>
          <p:cNvSpPr txBox="1">
            <a:spLocks noGrp="1"/>
          </p:cNvSpPr>
          <p:nvPr>
            <p:ph type="body" idx="1"/>
          </p:nvPr>
        </p:nvSpPr>
        <p:spPr>
          <a:xfrm>
            <a:off x="720000" y="1139550"/>
            <a:ext cx="7816898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Poppins" panose="00000500000000000000" pitchFamily="2" charset="0"/>
                <a:ea typeface="IBM Plex Mono"/>
                <a:cs typeface="Poppins" panose="00000500000000000000" pitchFamily="2" charset="0"/>
                <a:sym typeface="IBM Plex Mono"/>
              </a:rPr>
              <a:t>Logistic</a:t>
            </a:r>
            <a:r>
              <a:rPr lang="en-US" sz="2000" dirty="0">
                <a:solidFill>
                  <a:schemeClr val="dk1"/>
                </a:solidFill>
                <a:latin typeface="IBM Plex Mono"/>
                <a:ea typeface="IBM Plex Mono"/>
                <a:cs typeface="Poppins" panose="00000500000000000000" pitchFamily="2" charset="0"/>
                <a:sym typeface="IBM Plex Mono"/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Poppins" panose="00000500000000000000" pitchFamily="2" charset="0"/>
                <a:ea typeface="IBM Plex Mono"/>
                <a:cs typeface="Poppins" panose="00000500000000000000" pitchFamily="2" charset="0"/>
                <a:sym typeface="IBM Plex Mono"/>
              </a:rPr>
              <a:t>Regression was used for classification.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Poppins" panose="00000500000000000000" pitchFamily="2" charset="0"/>
              <a:ea typeface="IBM Plex Mono"/>
              <a:cs typeface="Poppins" panose="00000500000000000000" pitchFamily="2" charset="0"/>
              <a:sym typeface="IBM Plex Mon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Poppins" panose="00000500000000000000" pitchFamily="2" charset="0"/>
                <a:ea typeface="IBM Plex Mono"/>
                <a:cs typeface="Poppins" panose="00000500000000000000" pitchFamily="2" charset="0"/>
                <a:sym typeface="IBM Plex Mono"/>
              </a:rPr>
              <a:t>Naive Bayers was used for comparison.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Poppins" panose="00000500000000000000" pitchFamily="2" charset="0"/>
              <a:ea typeface="IBM Plex Mono"/>
              <a:cs typeface="Poppins" panose="00000500000000000000" pitchFamily="2" charset="0"/>
              <a:sym typeface="IBM Plex Mon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Poppins" panose="00000500000000000000" pitchFamily="2" charset="0"/>
                <a:ea typeface="IBM Plex Mono"/>
                <a:cs typeface="Poppins" panose="00000500000000000000" pitchFamily="2" charset="0"/>
                <a:sym typeface="IBM Plex Mono"/>
              </a:rPr>
              <a:t>Both models were trained using TF-IDF features</a:t>
            </a:r>
            <a:r>
              <a:rPr lang="en-US" sz="2000" dirty="0">
                <a:solidFill>
                  <a:schemeClr val="dk1"/>
                </a:solidFill>
                <a:latin typeface="IBM Plex Mono"/>
                <a:ea typeface="IBM Plex Mono"/>
                <a:cs typeface="Poppins" panose="00000500000000000000" pitchFamily="2" charset="0"/>
                <a:sym typeface="IBM Plex Mono"/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IBM Plex Mono"/>
              <a:ea typeface="IBM Plex Mono"/>
              <a:cs typeface="Poppins" panose="00000500000000000000" pitchFamily="2" charset="0"/>
              <a:sym typeface="IBM Plex Mono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Poppins" panose="00000500000000000000" pitchFamily="2" charset="0"/>
                <a:ea typeface="IBM Plex Mono"/>
                <a:cs typeface="Poppins" panose="00000500000000000000" pitchFamily="2" charset="0"/>
                <a:sym typeface="IBM Plex Mono"/>
              </a:rPr>
              <a:t>Their performance was evaluated using test data.</a:t>
            </a:r>
            <a:endParaRPr sz="2000" dirty="0">
              <a:solidFill>
                <a:schemeClr val="dk1"/>
              </a:solidFill>
              <a:latin typeface="Poppins" panose="00000500000000000000" pitchFamily="2" charset="0"/>
              <a:ea typeface="IBM Plex Mono"/>
              <a:cs typeface="Poppins" panose="00000500000000000000" pitchFamily="2" charset="0"/>
              <a:sym typeface="IBM Plex Mono"/>
            </a:endParaRPr>
          </a:p>
        </p:txBody>
      </p:sp>
      <p:sp>
        <p:nvSpPr>
          <p:cNvPr id="3161" name="Google Shape;3161;p67"/>
          <p:cNvSpPr txBox="1">
            <a:spLocks noGrp="1"/>
          </p:cNvSpPr>
          <p:nvPr>
            <p:ph type="body" idx="2"/>
          </p:nvPr>
        </p:nvSpPr>
        <p:spPr>
          <a:xfrm flipV="1">
            <a:off x="5249025" y="779489"/>
            <a:ext cx="3677618" cy="3600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solidFill>
                <a:schemeClr val="dk1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9" grpId="0"/>
      <p:bldP spid="3160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Google Shape;3088;p6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RESULTS</a:t>
            </a:r>
            <a:endParaRPr dirty="0"/>
          </a:p>
        </p:txBody>
      </p:sp>
      <p:sp>
        <p:nvSpPr>
          <p:cNvPr id="3089" name="Google Shape;3089;p66"/>
          <p:cNvSpPr txBox="1">
            <a:spLocks noGrp="1"/>
          </p:cNvSpPr>
          <p:nvPr>
            <p:ph type="body" idx="1"/>
          </p:nvPr>
        </p:nvSpPr>
        <p:spPr>
          <a:xfrm>
            <a:off x="196787" y="1139549"/>
            <a:ext cx="8445043" cy="36973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b="1" dirty="0"/>
              <a:t>Logistic Regression accuracy : 97.49%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b="1" dirty="0"/>
              <a:t>Na</a:t>
            </a:r>
            <a:r>
              <a:rPr lang="en-IN" sz="2000" b="1" dirty="0"/>
              <a:t>ï</a:t>
            </a:r>
            <a:r>
              <a:rPr lang="en" sz="2000" b="1" dirty="0"/>
              <a:t>ve Bayes accuracy: 96.50%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Logistic Regression performed better on our test dataset.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Logistic Regression was selected as the final model based on test accuracy.</a:t>
            </a:r>
            <a:endParaRPr sz="2000" dirty="0"/>
          </a:p>
        </p:txBody>
      </p:sp>
      <p:grpSp>
        <p:nvGrpSpPr>
          <p:cNvPr id="3149" name="Google Shape;3149;p66"/>
          <p:cNvGrpSpPr/>
          <p:nvPr/>
        </p:nvGrpSpPr>
        <p:grpSpPr>
          <a:xfrm flipH="1">
            <a:off x="6812113" y="2333688"/>
            <a:ext cx="2806875" cy="2625875"/>
            <a:chOff x="-943975" y="2874825"/>
            <a:chExt cx="2806875" cy="2625875"/>
          </a:xfrm>
        </p:grpSpPr>
        <p:sp>
          <p:nvSpPr>
            <p:cNvPr id="3150" name="Google Shape;3150;p66"/>
            <p:cNvSpPr/>
            <p:nvPr/>
          </p:nvSpPr>
          <p:spPr>
            <a:xfrm>
              <a:off x="-272200" y="2874825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66"/>
            <p:cNvSpPr/>
            <p:nvPr/>
          </p:nvSpPr>
          <p:spPr>
            <a:xfrm>
              <a:off x="-440144" y="2997519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66"/>
            <p:cNvSpPr/>
            <p:nvPr/>
          </p:nvSpPr>
          <p:spPr>
            <a:xfrm>
              <a:off x="-776031" y="3242906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66"/>
            <p:cNvSpPr/>
            <p:nvPr/>
          </p:nvSpPr>
          <p:spPr>
            <a:xfrm>
              <a:off x="-943975" y="3365600"/>
              <a:ext cx="2135100" cy="2135100"/>
            </a:xfrm>
            <a:prstGeom prst="blockArc">
              <a:avLst>
                <a:gd name="adj1" fmla="val 10800000"/>
                <a:gd name="adj2" fmla="val 138848"/>
                <a:gd name="adj3" fmla="val 4531"/>
              </a:avLst>
            </a:pr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0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0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  <p:bldP spid="3089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Google Shape;2987;p65"/>
          <p:cNvSpPr/>
          <p:nvPr/>
        </p:nvSpPr>
        <p:spPr>
          <a:xfrm>
            <a:off x="6308885" y="1364795"/>
            <a:ext cx="17578" cy="17614"/>
          </a:xfrm>
          <a:custGeom>
            <a:avLst/>
            <a:gdLst/>
            <a:ahLst/>
            <a:cxnLst/>
            <a:rect l="l" t="t" r="r" b="b"/>
            <a:pathLst>
              <a:path w="492" h="493" extrusionOk="0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2" name="Google Shape;3082;p65"/>
          <p:cNvSpPr/>
          <p:nvPr/>
        </p:nvSpPr>
        <p:spPr>
          <a:xfrm>
            <a:off x="2092848" y="-2715259"/>
            <a:ext cx="13018" cy="13045"/>
          </a:xfrm>
          <a:custGeom>
            <a:avLst/>
            <a:gdLst/>
            <a:ahLst/>
            <a:cxnLst/>
            <a:rect l="l" t="t" r="r" b="b"/>
            <a:pathLst>
              <a:path w="492" h="493" extrusionOk="0">
                <a:moveTo>
                  <a:pt x="245" y="1"/>
                </a:moveTo>
                <a:cubicBezTo>
                  <a:pt x="111" y="1"/>
                  <a:pt x="1" y="111"/>
                  <a:pt x="1" y="247"/>
                </a:cubicBezTo>
                <a:cubicBezTo>
                  <a:pt x="1" y="383"/>
                  <a:pt x="111" y="493"/>
                  <a:pt x="247" y="493"/>
                </a:cubicBezTo>
                <a:cubicBezTo>
                  <a:pt x="382" y="493"/>
                  <a:pt x="492" y="383"/>
                  <a:pt x="492" y="247"/>
                </a:cubicBezTo>
                <a:cubicBezTo>
                  <a:pt x="492" y="111"/>
                  <a:pt x="382" y="1"/>
                  <a:pt x="247" y="1"/>
                </a:cubicBezTo>
                <a:cubicBezTo>
                  <a:pt x="246" y="1"/>
                  <a:pt x="246" y="1"/>
                  <a:pt x="24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3" name="Google Shape;3083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CONFUSION MATRIX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4C545-525E-9602-89FB-098AE9FFABB0}"/>
              </a:ext>
            </a:extLst>
          </p:cNvPr>
          <p:cNvSpPr txBox="1"/>
          <p:nvPr/>
        </p:nvSpPr>
        <p:spPr>
          <a:xfrm>
            <a:off x="224854" y="1491521"/>
            <a:ext cx="553137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confusion matrix shows correct and incorrect predictions.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It compares actual classes with predicted classes.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It shows how well the model identifies spam and normal messages.</a:t>
            </a:r>
          </a:p>
          <a:p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confusion matrix was generated using logistic Regression predictions.</a:t>
            </a:r>
          </a:p>
          <a:p>
            <a:endParaRPr lang="en-IN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DCF72-A1B3-BC44-9358-456DCE6A1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977" y="498844"/>
            <a:ext cx="2923575" cy="3246401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3" grpId="0"/>
      <p:bldP spid="2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63"/>
          <p:cNvSpPr txBox="1">
            <a:spLocks noGrp="1"/>
          </p:cNvSpPr>
          <p:nvPr>
            <p:ph type="title"/>
          </p:nvPr>
        </p:nvSpPr>
        <p:spPr>
          <a:xfrm>
            <a:off x="719999" y="426203"/>
            <a:ext cx="7517349" cy="79816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2397" name="Google Shape;2397;p63"/>
          <p:cNvSpPr txBox="1">
            <a:spLocks noGrp="1"/>
          </p:cNvSpPr>
          <p:nvPr>
            <p:ph type="subTitle" idx="1"/>
          </p:nvPr>
        </p:nvSpPr>
        <p:spPr>
          <a:xfrm>
            <a:off x="185980" y="1291393"/>
            <a:ext cx="8702298" cy="3489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Machine Learning can be used for spam message detection.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TF-IDF helped convert text into useful numerical features.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Logistic Regression achieved 97.49% accuracy on our test dataset.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Na</a:t>
            </a:r>
            <a:r>
              <a:rPr lang="en-IN" sz="2000" dirty="0"/>
              <a:t>i</a:t>
            </a:r>
            <a:r>
              <a:rPr lang="en" sz="2000" dirty="0"/>
              <a:t>ve Bayes 96.50% accuracy.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" sz="20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2000" dirty="0"/>
              <a:t>The project demonstrates how NLP and Macine Learning can be combined for spam detection.</a:t>
            </a:r>
            <a:endParaRPr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" grpId="0"/>
      <p:bldP spid="2397" grpId="0" build="allAtOnce"/>
    </p:bldLst>
  </p:timing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379</Words>
  <Application>Microsoft Office PowerPoint</Application>
  <PresentationFormat>On-screen Show (16:9)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Open Sans</vt:lpstr>
      <vt:lpstr>Roboto Condensed Light</vt:lpstr>
      <vt:lpstr>Poppins</vt:lpstr>
      <vt:lpstr>Arial</vt:lpstr>
      <vt:lpstr>IBM Plex Mono</vt:lpstr>
      <vt:lpstr>Introduction to Coding Workshop by Slidesgo</vt:lpstr>
      <vt:lpstr>SPAM MAIL PREDICTION</vt:lpstr>
      <vt:lpstr>INTRODUCTION</vt:lpstr>
      <vt:lpstr>PowerPoint Presentation</vt:lpstr>
      <vt:lpstr>DATA PREPROCESSING</vt:lpstr>
      <vt:lpstr>METHODOLOGY</vt:lpstr>
      <vt:lpstr>TF-IDF</vt:lpstr>
      <vt:lpstr>MACHINE LEARNING MODELS</vt:lpstr>
      <vt:lpstr>MODEL RESULTS</vt:lpstr>
      <vt:lpstr>CONFUSION MATRIX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ATFA</dc:creator>
  <cp:lastModifiedBy>khanatfa55@gmail.com</cp:lastModifiedBy>
  <cp:revision>2</cp:revision>
  <dcterms:modified xsi:type="dcterms:W3CDTF">2026-09-18T07:15:49Z</dcterms:modified>
</cp:coreProperties>
</file>